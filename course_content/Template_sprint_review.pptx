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4"/>
  </p:sldMasterIdLst>
  <p:notesMasterIdLst>
    <p:notesMasterId r:id="rId15"/>
  </p:notesMasterIdLst>
  <p:sldIdLst>
    <p:sldId id="269" r:id="rId5"/>
    <p:sldId id="267" r:id="rId6"/>
    <p:sldId id="268" r:id="rId7"/>
    <p:sldId id="271" r:id="rId8"/>
    <p:sldId id="259" r:id="rId9"/>
    <p:sldId id="260" r:id="rId10"/>
    <p:sldId id="261" r:id="rId11"/>
    <p:sldId id="262" r:id="rId12"/>
    <p:sldId id="263" r:id="rId13"/>
    <p:sldId id="273" r:id="rId14"/>
  </p:sldIdLst>
  <p:sldSz cx="9144000" cy="5143500" type="screen16x9"/>
  <p:notesSz cx="6858000" cy="9144000"/>
  <p:embeddedFontLst>
    <p:embeddedFont>
      <p:font typeface="Lato" panose="020F0502020204030203" pitchFamily="34" charset="0"/>
      <p:regular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AAAA558-6C18-5A65-25B3-E81B7D58A182}" name="Onuţu, Diana" initials="OD" userId="S::d.onutu@student.tue.nl::bb51f9f8-8512-4a3a-9dbe-aea2f85e1097" providerId="AD"/>
  <p188:author id="{6F3F1D99-D5F0-E0ED-E9BE-F002CC228C58}" name="Hattingh-Haasbroek, Juliette" initials="HJ" userId="S::j.hattingh.haasbroek@student.tue.nl::20a05f05-2cec-4fa4-8c81-47330fa392d0" providerId="AD"/>
  <p188:author id="{671B6FF4-39C5-32F8-B8DE-F9A1B8AD6B74}" name="Hattingh-Haasbroek, Annebel" initials="HA" userId="S::a.hattingh.haasbroek@student.tue.nl::5d09379f-1045-435e-acdb-d6a35b092a8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ttingh-Haasbroek, Juliette" userId="S::j.hattingh.haasbroek@student.tue.nl::20a05f05-2cec-4fa4-8c81-47330fa392d0" providerId="AD" clId="Web-{2B917264-14F7-D888-A5C6-2B5AFE357976}"/>
    <pc:docChg chg="mod addSld delSld modSld">
      <pc:chgData name="Hattingh-Haasbroek, Juliette" userId="S::j.hattingh.haasbroek@student.tue.nl::20a05f05-2cec-4fa4-8c81-47330fa392d0" providerId="AD" clId="Web-{2B917264-14F7-D888-A5C6-2B5AFE357976}" dt="2026-08-07T12:03:19.254" v="99"/>
      <pc:docMkLst>
        <pc:docMk/>
      </pc:docMkLst>
      <pc:sldChg chg="modSp">
        <pc:chgData name="Hattingh-Haasbroek, Juliette" userId="S::j.hattingh.haasbroek@student.tue.nl::20a05f05-2cec-4fa4-8c81-47330fa392d0" providerId="AD" clId="Web-{2B917264-14F7-D888-A5C6-2B5AFE357976}" dt="2026-08-07T11:55:10.333" v="91" actId="20577"/>
        <pc:sldMkLst>
          <pc:docMk/>
          <pc:sldMk cId="3870772867" sldId="268"/>
        </pc:sldMkLst>
        <pc:spChg chg="mod">
          <ac:chgData name="Hattingh-Haasbroek, Juliette" userId="S::j.hattingh.haasbroek@student.tue.nl::20a05f05-2cec-4fa4-8c81-47330fa392d0" providerId="AD" clId="Web-{2B917264-14F7-D888-A5C6-2B5AFE357976}" dt="2026-08-07T11:55:10.333" v="91" actId="20577"/>
          <ac:spMkLst>
            <pc:docMk/>
            <pc:sldMk cId="3870772867" sldId="268"/>
            <ac:spMk id="2" creationId="{B573CFF8-5255-13D2-80F7-9A88BA5B1C6E}"/>
          </ac:spMkLst>
        </pc:spChg>
      </pc:sldChg>
      <pc:sldChg chg="modSp">
        <pc:chgData name="Hattingh-Haasbroek, Juliette" userId="S::j.hattingh.haasbroek@student.tue.nl::20a05f05-2cec-4fa4-8c81-47330fa392d0" providerId="AD" clId="Web-{2B917264-14F7-D888-A5C6-2B5AFE357976}" dt="2026-08-07T11:50:31.058" v="28" actId="20577"/>
        <pc:sldMkLst>
          <pc:docMk/>
          <pc:sldMk cId="2382854525" sldId="269"/>
        </pc:sldMkLst>
        <pc:spChg chg="mod">
          <ac:chgData name="Hattingh-Haasbroek, Juliette" userId="S::j.hattingh.haasbroek@student.tue.nl::20a05f05-2cec-4fa4-8c81-47330fa392d0" providerId="AD" clId="Web-{2B917264-14F7-D888-A5C6-2B5AFE357976}" dt="2026-08-07T11:50:31.058" v="28" actId="20577"/>
          <ac:spMkLst>
            <pc:docMk/>
            <pc:sldMk cId="2382854525" sldId="269"/>
            <ac:spMk id="3" creationId="{67202C24-20A5-288E-9D7E-3712C766AE19}"/>
          </ac:spMkLst>
        </pc:spChg>
        <pc:spChg chg="mod">
          <ac:chgData name="Hattingh-Haasbroek, Juliette" userId="S::j.hattingh.haasbroek@student.tue.nl::20a05f05-2cec-4fa4-8c81-47330fa392d0" providerId="AD" clId="Web-{2B917264-14F7-D888-A5C6-2B5AFE357976}" dt="2026-08-07T11:47:03.099" v="0" actId="20577"/>
          <ac:spMkLst>
            <pc:docMk/>
            <pc:sldMk cId="2382854525" sldId="269"/>
            <ac:spMk id="5" creationId="{DEE4505E-7ABC-0E21-0318-0546422790F6}"/>
          </ac:spMkLst>
        </pc:spChg>
      </pc:sldChg>
      <pc:sldChg chg="add replId">
        <pc:chgData name="Hattingh-Haasbroek, Juliette" userId="S::j.hattingh.haasbroek@student.tue.nl::20a05f05-2cec-4fa4-8c81-47330fa392d0" providerId="AD" clId="Web-{2B917264-14F7-D888-A5C6-2B5AFE357976}" dt="2026-08-07T12:00:24.467" v="96"/>
        <pc:sldMkLst>
          <pc:docMk/>
          <pc:sldMk cId="258992506" sldId="271"/>
        </pc:sldMkLst>
      </pc:sldChg>
    </pc:docChg>
  </pc:docChgLst>
  <pc:docChgLst>
    <pc:chgData name="Hattingh-Haasbroek, Annebel" userId="S::a.hattingh.haasbroek@student.tue.nl::5d09379f-1045-435e-acdb-d6a35b092a88" providerId="AD" clId="Web-{D5AF53C8-792F-27C3-5102-20D37271C47D}"/>
    <pc:docChg chg="modSld">
      <pc:chgData name="Hattingh-Haasbroek, Annebel" userId="S::a.hattingh.haasbroek@student.tue.nl::5d09379f-1045-435e-acdb-d6a35b092a88" providerId="AD" clId="Web-{D5AF53C8-792F-27C3-5102-20D37271C47D}" dt="2026-08-07T11:43:39.920" v="38" actId="1076"/>
      <pc:docMkLst>
        <pc:docMk/>
      </pc:docMkLst>
      <pc:sldChg chg="addSp delSp modSp">
        <pc:chgData name="Hattingh-Haasbroek, Annebel" userId="S::a.hattingh.haasbroek@student.tue.nl::5d09379f-1045-435e-acdb-d6a35b092a88" providerId="AD" clId="Web-{D5AF53C8-792F-27C3-5102-20D37271C47D}" dt="2026-08-07T11:43:39.920" v="38" actId="1076"/>
        <pc:sldMkLst>
          <pc:docMk/>
          <pc:sldMk cId="2382854525" sldId="269"/>
        </pc:sldMkLst>
        <pc:picChg chg="mod">
          <ac:chgData name="Hattingh-Haasbroek, Annebel" userId="S::a.hattingh.haasbroek@student.tue.nl::5d09379f-1045-435e-acdb-d6a35b092a88" providerId="AD" clId="Web-{D5AF53C8-792F-27C3-5102-20D37271C47D}" dt="2026-08-07T11:43:39.920" v="38" actId="1076"/>
          <ac:picMkLst>
            <pc:docMk/>
            <pc:sldMk cId="2382854525" sldId="269"/>
            <ac:picMk id="2" creationId="{DACE6B32-F391-852C-E5FE-7FFD2C841F63}"/>
          </ac:picMkLst>
        </pc:picChg>
        <pc:picChg chg="add mod">
          <ac:chgData name="Hattingh-Haasbroek, Annebel" userId="S::a.hattingh.haasbroek@student.tue.nl::5d09379f-1045-435e-acdb-d6a35b092a88" providerId="AD" clId="Web-{D5AF53C8-792F-27C3-5102-20D37271C47D}" dt="2026-08-07T11:41:19.336" v="27" actId="14100"/>
          <ac:picMkLst>
            <pc:docMk/>
            <pc:sldMk cId="2382854525" sldId="269"/>
            <ac:picMk id="4" creationId="{C16E19AC-794B-5F08-2FCE-900C733EB5B6}"/>
          </ac:picMkLst>
        </pc:picChg>
        <pc:picChg chg="add mod modCrop">
          <ac:chgData name="Hattingh-Haasbroek, Annebel" userId="S::a.hattingh.haasbroek@student.tue.nl::5d09379f-1045-435e-acdb-d6a35b092a88" providerId="AD" clId="Web-{D5AF53C8-792F-27C3-5102-20D37271C47D}" dt="2026-08-07T11:43:21.091" v="37" actId="14100"/>
          <ac:picMkLst>
            <pc:docMk/>
            <pc:sldMk cId="2382854525" sldId="269"/>
            <ac:picMk id="7" creationId="{AC210045-8D44-7578-D529-A303A529DB9E}"/>
          </ac:picMkLst>
        </pc:picChg>
      </pc:sldChg>
    </pc:docChg>
  </pc:docChgLst>
  <pc:docChgLst>
    <pc:chgData name="Hattingh-Haasbroek, Juliette" userId="S::j.hattingh.haasbroek@student.tue.nl::20a05f05-2cec-4fa4-8c81-47330fa392d0" providerId="AD" clId="Web-{7271A565-E3CD-DC7F-5756-E620B11E7806}"/>
    <pc:docChg chg="delSld modSld">
      <pc:chgData name="Hattingh-Haasbroek, Juliette" userId="S::j.hattingh.haasbroek@student.tue.nl::20a05f05-2cec-4fa4-8c81-47330fa392d0" providerId="AD" clId="Web-{7271A565-E3CD-DC7F-5756-E620B11E7806}" dt="2026-08-07T11:45:59.626" v="28" actId="20577"/>
      <pc:docMkLst>
        <pc:docMk/>
      </pc:docMkLst>
      <pc:sldChg chg="addSp modSp">
        <pc:chgData name="Hattingh-Haasbroek, Juliette" userId="S::j.hattingh.haasbroek@student.tue.nl::20a05f05-2cec-4fa4-8c81-47330fa392d0" providerId="AD" clId="Web-{7271A565-E3CD-DC7F-5756-E620B11E7806}" dt="2026-08-07T11:45:59.626" v="28" actId="20577"/>
        <pc:sldMkLst>
          <pc:docMk/>
          <pc:sldMk cId="2382854525" sldId="269"/>
        </pc:sldMkLst>
        <pc:spChg chg="mod">
          <ac:chgData name="Hattingh-Haasbroek, Juliette" userId="S::j.hattingh.haasbroek@student.tue.nl::20a05f05-2cec-4fa4-8c81-47330fa392d0" providerId="AD" clId="Web-{7271A565-E3CD-DC7F-5756-E620B11E7806}" dt="2026-08-07T11:45:59.626" v="28" actId="20577"/>
          <ac:spMkLst>
            <pc:docMk/>
            <pc:sldMk cId="2382854525" sldId="269"/>
            <ac:spMk id="3" creationId="{67202C24-20A5-288E-9D7E-3712C766AE19}"/>
          </ac:spMkLst>
        </pc:spChg>
        <pc:spChg chg="mod">
          <ac:chgData name="Hattingh-Haasbroek, Juliette" userId="S::j.hattingh.haasbroek@student.tue.nl::20a05f05-2cec-4fa4-8c81-47330fa392d0" providerId="AD" clId="Web-{7271A565-E3CD-DC7F-5756-E620B11E7806}" dt="2026-08-07T11:45:18.578" v="26" actId="20577"/>
          <ac:spMkLst>
            <pc:docMk/>
            <pc:sldMk cId="2382854525" sldId="269"/>
            <ac:spMk id="5" creationId="{DEE4505E-7ABC-0E21-0318-0546422790F6}"/>
          </ac:spMkLst>
        </pc:spChg>
        <pc:picChg chg="add mod">
          <ac:chgData name="Hattingh-Haasbroek, Juliette" userId="S::j.hattingh.haasbroek@student.tue.nl::20a05f05-2cec-4fa4-8c81-47330fa392d0" providerId="AD" clId="Web-{7271A565-E3CD-DC7F-5756-E620B11E7806}" dt="2026-08-07T11:44:54.467" v="20" actId="1076"/>
          <ac:picMkLst>
            <pc:docMk/>
            <pc:sldMk cId="2382854525" sldId="269"/>
            <ac:picMk id="2" creationId="{DACE6B32-F391-852C-E5FE-7FFD2C841F63}"/>
          </ac:picMkLst>
        </pc:picChg>
        <pc:picChg chg="mod">
          <ac:chgData name="Hattingh-Haasbroek, Juliette" userId="S::j.hattingh.haasbroek@student.tue.nl::20a05f05-2cec-4fa4-8c81-47330fa392d0" providerId="AD" clId="Web-{7271A565-E3CD-DC7F-5756-E620B11E7806}" dt="2026-08-07T11:44:46.154" v="17" actId="1076"/>
          <ac:picMkLst>
            <pc:docMk/>
            <pc:sldMk cId="2382854525" sldId="269"/>
            <ac:picMk id="4" creationId="{C16E19AC-794B-5F08-2FCE-900C733EB5B6}"/>
          </ac:picMkLst>
        </pc:picChg>
        <pc:picChg chg="mod">
          <ac:chgData name="Hattingh-Haasbroek, Juliette" userId="S::j.hattingh.haasbroek@student.tue.nl::20a05f05-2cec-4fa4-8c81-47330fa392d0" providerId="AD" clId="Web-{7271A565-E3CD-DC7F-5756-E620B11E7806}" dt="2026-08-07T11:44:46.154" v="18" actId="1076"/>
          <ac:picMkLst>
            <pc:docMk/>
            <pc:sldMk cId="2382854525" sldId="269"/>
            <ac:picMk id="7" creationId="{AC210045-8D44-7578-D529-A303A529DB9E}"/>
          </ac:picMkLst>
        </pc:picChg>
      </pc:sldChg>
    </pc:docChg>
  </pc:docChgLst>
  <pc:docChgLst>
    <pc:chgData name="Hattingh-Haasbroek, Annebel" userId="S::a.hattingh.haasbroek@student.tue.nl::5d09379f-1045-435e-acdb-d6a35b092a88" providerId="AD" clId="Web-{BB77AF6C-8F6D-D388-1C67-416D1F414A84}"/>
    <pc:docChg chg="modSld">
      <pc:chgData name="Hattingh-Haasbroek, Annebel" userId="S::a.hattingh.haasbroek@student.tue.nl::5d09379f-1045-435e-acdb-d6a35b092a88" providerId="AD" clId="Web-{BB77AF6C-8F6D-D388-1C67-416D1F414A84}" dt="2026-08-10T14:28:51.226" v="11" actId="20577"/>
      <pc:docMkLst>
        <pc:docMk/>
      </pc:docMkLst>
      <pc:sldChg chg="modSp">
        <pc:chgData name="Hattingh-Haasbroek, Annebel" userId="S::a.hattingh.haasbroek@student.tue.nl::5d09379f-1045-435e-acdb-d6a35b092a88" providerId="AD" clId="Web-{BB77AF6C-8F6D-D388-1C67-416D1F414A84}" dt="2026-08-10T14:28:51.226" v="11" actId="20577"/>
        <pc:sldMkLst>
          <pc:docMk/>
          <pc:sldMk cId="110435291" sldId="273"/>
        </pc:sldMkLst>
        <pc:spChg chg="mod">
          <ac:chgData name="Hattingh-Haasbroek, Annebel" userId="S::a.hattingh.haasbroek@student.tue.nl::5d09379f-1045-435e-acdb-d6a35b092a88" providerId="AD" clId="Web-{BB77AF6C-8F6D-D388-1C67-416D1F414A84}" dt="2026-08-10T14:28:51.226" v="11" actId="20577"/>
          <ac:spMkLst>
            <pc:docMk/>
            <pc:sldMk cId="110435291" sldId="273"/>
            <ac:spMk id="3" creationId="{73A60500-F33A-DC5B-43EE-BE7B0B40ECC1}"/>
          </ac:spMkLst>
        </pc:spChg>
      </pc:sldChg>
    </pc:docChg>
  </pc:docChgLst>
  <pc:docChgLst>
    <pc:chgData name="Hattingh-Haasbroek, Juliette" userId="S::j.hattingh.haasbroek@student.tue.nl::20a05f05-2cec-4fa4-8c81-47330fa392d0" providerId="AD" clId="Web-{6597718B-57EA-21C4-2432-21B1E7344B12}"/>
    <pc:docChg chg="addSld delSld modSld sldOrd">
      <pc:chgData name="Hattingh-Haasbroek, Juliette" userId="S::j.hattingh.haasbroek@student.tue.nl::20a05f05-2cec-4fa4-8c81-47330fa392d0" providerId="AD" clId="Web-{6597718B-57EA-21C4-2432-21B1E7344B12}" dt="2026-08-10T10:50:44.169" v="14"/>
      <pc:docMkLst>
        <pc:docMk/>
      </pc:docMkLst>
      <pc:sldChg chg="modSp">
        <pc:chgData name="Hattingh-Haasbroek, Juliette" userId="S::j.hattingh.haasbroek@student.tue.nl::20a05f05-2cec-4fa4-8c81-47330fa392d0" providerId="AD" clId="Web-{6597718B-57EA-21C4-2432-21B1E7344B12}" dt="2026-08-10T10:48:12.816" v="3" actId="20577"/>
        <pc:sldMkLst>
          <pc:docMk/>
          <pc:sldMk cId="0" sldId="259"/>
        </pc:sldMkLst>
        <pc:spChg chg="mod">
          <ac:chgData name="Hattingh-Haasbroek, Juliette" userId="S::j.hattingh.haasbroek@student.tue.nl::20a05f05-2cec-4fa4-8c81-47330fa392d0" providerId="AD" clId="Web-{6597718B-57EA-21C4-2432-21B1E7344B12}" dt="2026-08-10T10:48:12.816" v="3" actId="20577"/>
          <ac:spMkLst>
            <pc:docMk/>
            <pc:sldMk cId="0" sldId="259"/>
            <ac:spMk id="264" creationId="{00000000-0000-0000-0000-000000000000}"/>
          </ac:spMkLst>
        </pc:spChg>
      </pc:sldChg>
      <pc:sldChg chg="modSp">
        <pc:chgData name="Hattingh-Haasbroek, Juliette" userId="S::j.hattingh.haasbroek@student.tue.nl::20a05f05-2cec-4fa4-8c81-47330fa392d0" providerId="AD" clId="Web-{6597718B-57EA-21C4-2432-21B1E7344B12}" dt="2026-08-10T10:48:53.896" v="7" actId="20577"/>
        <pc:sldMkLst>
          <pc:docMk/>
          <pc:sldMk cId="0" sldId="260"/>
        </pc:sldMkLst>
        <pc:spChg chg="mod">
          <ac:chgData name="Hattingh-Haasbroek, Juliette" userId="S::j.hattingh.haasbroek@student.tue.nl::20a05f05-2cec-4fa4-8c81-47330fa392d0" providerId="AD" clId="Web-{6597718B-57EA-21C4-2432-21B1E7344B12}" dt="2026-08-10T10:48:53.896" v="7" actId="20577"/>
          <ac:spMkLst>
            <pc:docMk/>
            <pc:sldMk cId="0" sldId="260"/>
            <ac:spMk id="270" creationId="{00000000-0000-0000-0000-000000000000}"/>
          </ac:spMkLst>
        </pc:spChg>
      </pc:sldChg>
      <pc:sldChg chg="modSp">
        <pc:chgData name="Hattingh-Haasbroek, Juliette" userId="S::j.hattingh.haasbroek@student.tue.nl::20a05f05-2cec-4fa4-8c81-47330fa392d0" providerId="AD" clId="Web-{6597718B-57EA-21C4-2432-21B1E7344B12}" dt="2026-08-10T10:48:41.958" v="5" actId="20577"/>
        <pc:sldMkLst>
          <pc:docMk/>
          <pc:sldMk cId="0" sldId="261"/>
        </pc:sldMkLst>
        <pc:spChg chg="mod">
          <ac:chgData name="Hattingh-Haasbroek, Juliette" userId="S::j.hattingh.haasbroek@student.tue.nl::20a05f05-2cec-4fa4-8c81-47330fa392d0" providerId="AD" clId="Web-{6597718B-57EA-21C4-2432-21B1E7344B12}" dt="2026-08-10T10:48:41.958" v="5" actId="20577"/>
          <ac:spMkLst>
            <pc:docMk/>
            <pc:sldMk cId="0" sldId="261"/>
            <ac:spMk id="276" creationId="{00000000-0000-0000-0000-000000000000}"/>
          </ac:spMkLst>
        </pc:spChg>
      </pc:sldChg>
      <pc:sldChg chg="modSp">
        <pc:chgData name="Hattingh-Haasbroek, Juliette" userId="S::j.hattingh.haasbroek@student.tue.nl::20a05f05-2cec-4fa4-8c81-47330fa392d0" providerId="AD" clId="Web-{6597718B-57EA-21C4-2432-21B1E7344B12}" dt="2026-08-10T10:49:07.835" v="9" actId="20577"/>
        <pc:sldMkLst>
          <pc:docMk/>
          <pc:sldMk cId="0" sldId="262"/>
        </pc:sldMkLst>
        <pc:spChg chg="mod">
          <ac:chgData name="Hattingh-Haasbroek, Juliette" userId="S::j.hattingh.haasbroek@student.tue.nl::20a05f05-2cec-4fa4-8c81-47330fa392d0" providerId="AD" clId="Web-{6597718B-57EA-21C4-2432-21B1E7344B12}" dt="2026-08-10T10:49:07.835" v="9" actId="20577"/>
          <ac:spMkLst>
            <pc:docMk/>
            <pc:sldMk cId="0" sldId="262"/>
            <ac:spMk id="282" creationId="{00000000-0000-0000-0000-000000000000}"/>
          </ac:spMkLst>
        </pc:spChg>
      </pc:sldChg>
      <pc:sldChg chg="modSp">
        <pc:chgData name="Hattingh-Haasbroek, Juliette" userId="S::j.hattingh.haasbroek@student.tue.nl::20a05f05-2cec-4fa4-8c81-47330fa392d0" providerId="AD" clId="Web-{6597718B-57EA-21C4-2432-21B1E7344B12}" dt="2026-08-10T10:49:11.929" v="10" actId="20577"/>
        <pc:sldMkLst>
          <pc:docMk/>
          <pc:sldMk cId="0" sldId="263"/>
        </pc:sldMkLst>
        <pc:spChg chg="mod">
          <ac:chgData name="Hattingh-Haasbroek, Juliette" userId="S::j.hattingh.haasbroek@student.tue.nl::20a05f05-2cec-4fa4-8c81-47330fa392d0" providerId="AD" clId="Web-{6597718B-57EA-21C4-2432-21B1E7344B12}" dt="2026-08-10T10:49:11.929" v="10" actId="20577"/>
          <ac:spMkLst>
            <pc:docMk/>
            <pc:sldMk cId="0" sldId="263"/>
            <ac:spMk id="288" creationId="{00000000-0000-0000-0000-000000000000}"/>
          </ac:spMkLst>
        </pc:spChg>
      </pc:sldChg>
      <pc:sldChg chg="modSp">
        <pc:chgData name="Hattingh-Haasbroek, Juliette" userId="S::j.hattingh.haasbroek@student.tue.nl::20a05f05-2cec-4fa4-8c81-47330fa392d0" providerId="AD" clId="Web-{6597718B-57EA-21C4-2432-21B1E7344B12}" dt="2026-08-10T10:46:36.606" v="0"/>
        <pc:sldMkLst>
          <pc:docMk/>
          <pc:sldMk cId="2382854525" sldId="269"/>
        </pc:sldMkLst>
        <pc:spChg chg="ord">
          <ac:chgData name="Hattingh-Haasbroek, Juliette" userId="S::j.hattingh.haasbroek@student.tue.nl::20a05f05-2cec-4fa4-8c81-47330fa392d0" providerId="AD" clId="Web-{6597718B-57EA-21C4-2432-21B1E7344B12}" dt="2026-08-10T10:46:36.606" v="0"/>
          <ac:spMkLst>
            <pc:docMk/>
            <pc:sldMk cId="2382854525" sldId="269"/>
            <ac:spMk id="5" creationId="{DEE4505E-7ABC-0E21-0318-0546422790F6}"/>
          </ac:spMkLst>
        </pc:spChg>
      </pc:sldChg>
      <pc:sldChg chg="modSp">
        <pc:chgData name="Hattingh-Haasbroek, Juliette" userId="S::j.hattingh.haasbroek@student.tue.nl::20a05f05-2cec-4fa4-8c81-47330fa392d0" providerId="AD" clId="Web-{6597718B-57EA-21C4-2432-21B1E7344B12}" dt="2026-08-10T10:48:06.221" v="2" actId="20577"/>
        <pc:sldMkLst>
          <pc:docMk/>
          <pc:sldMk cId="258992506" sldId="271"/>
        </pc:sldMkLst>
        <pc:spChg chg="mod">
          <ac:chgData name="Hattingh-Haasbroek, Juliette" userId="S::j.hattingh.haasbroek@student.tue.nl::20a05f05-2cec-4fa4-8c81-47330fa392d0" providerId="AD" clId="Web-{6597718B-57EA-21C4-2432-21B1E7344B12}" dt="2026-08-10T10:48:06.221" v="2" actId="20577"/>
          <ac:spMkLst>
            <pc:docMk/>
            <pc:sldMk cId="258992506" sldId="271"/>
            <ac:spMk id="258" creationId="{106681BB-F2CD-829B-6230-55CA2E24F067}"/>
          </ac:spMkLst>
        </pc:spChg>
      </pc:sldChg>
      <pc:sldChg chg="add ord replId">
        <pc:chgData name="Hattingh-Haasbroek, Juliette" userId="S::j.hattingh.haasbroek@student.tue.nl::20a05f05-2cec-4fa4-8c81-47330fa392d0" providerId="AD" clId="Web-{6597718B-57EA-21C4-2432-21B1E7344B12}" dt="2026-08-10T10:50:33.262" v="13"/>
        <pc:sldMkLst>
          <pc:docMk/>
          <pc:sldMk cId="110435291" sldId="273"/>
        </pc:sldMkLst>
      </pc:sldChg>
    </pc:docChg>
  </pc:docChgLst>
  <pc:docChgLst>
    <pc:chgData name="Hattingh-Haasbroek, Juliette" userId="S::j.hattingh.haasbroek@student.tue.nl::20a05f05-2cec-4fa4-8c81-47330fa392d0" providerId="AD" clId="Web-{5BBB2023-6E02-0D53-421B-4DE858C553EC}"/>
    <pc:docChg chg="modSld">
      <pc:chgData name="Hattingh-Haasbroek, Juliette" userId="S::j.hattingh.haasbroek@student.tue.nl::20a05f05-2cec-4fa4-8c81-47330fa392d0" providerId="AD" clId="Web-{5BBB2023-6E02-0D53-421B-4DE858C553EC}" dt="2026-08-10T11:17:20.456" v="44" actId="20577"/>
      <pc:docMkLst>
        <pc:docMk/>
      </pc:docMkLst>
      <pc:sldChg chg="modSp">
        <pc:chgData name="Hattingh-Haasbroek, Juliette" userId="S::j.hattingh.haasbroek@student.tue.nl::20a05f05-2cec-4fa4-8c81-47330fa392d0" providerId="AD" clId="Web-{5BBB2023-6E02-0D53-421B-4DE858C553EC}" dt="2026-08-10T11:17:04.331" v="42" actId="20577"/>
        <pc:sldMkLst>
          <pc:docMk/>
          <pc:sldMk cId="0" sldId="262"/>
        </pc:sldMkLst>
        <pc:spChg chg="mod">
          <ac:chgData name="Hattingh-Haasbroek, Juliette" userId="S::j.hattingh.haasbroek@student.tue.nl::20a05f05-2cec-4fa4-8c81-47330fa392d0" providerId="AD" clId="Web-{5BBB2023-6E02-0D53-421B-4DE858C553EC}" dt="2026-08-10T11:17:04.331" v="42" actId="20577"/>
          <ac:spMkLst>
            <pc:docMk/>
            <pc:sldMk cId="0" sldId="262"/>
            <ac:spMk id="282" creationId="{00000000-0000-0000-0000-000000000000}"/>
          </ac:spMkLst>
        </pc:spChg>
      </pc:sldChg>
      <pc:sldChg chg="modSp">
        <pc:chgData name="Hattingh-Haasbroek, Juliette" userId="S::j.hattingh.haasbroek@student.tue.nl::20a05f05-2cec-4fa4-8c81-47330fa392d0" providerId="AD" clId="Web-{5BBB2023-6E02-0D53-421B-4DE858C553EC}" dt="2026-08-10T11:17:20.456" v="44" actId="20577"/>
        <pc:sldMkLst>
          <pc:docMk/>
          <pc:sldMk cId="0" sldId="263"/>
        </pc:sldMkLst>
        <pc:spChg chg="mod">
          <ac:chgData name="Hattingh-Haasbroek, Juliette" userId="S::j.hattingh.haasbroek@student.tue.nl::20a05f05-2cec-4fa4-8c81-47330fa392d0" providerId="AD" clId="Web-{5BBB2023-6E02-0D53-421B-4DE858C553EC}" dt="2026-08-10T11:17:20.456" v="44" actId="20577"/>
          <ac:spMkLst>
            <pc:docMk/>
            <pc:sldMk cId="0" sldId="263"/>
            <ac:spMk id="288" creationId="{00000000-0000-0000-0000-000000000000}"/>
          </ac:spMkLst>
        </pc:spChg>
      </pc:sldChg>
      <pc:sldChg chg="modSp">
        <pc:chgData name="Hattingh-Haasbroek, Juliette" userId="S::j.hattingh.haasbroek@student.tue.nl::20a05f05-2cec-4fa4-8c81-47330fa392d0" providerId="AD" clId="Web-{5BBB2023-6E02-0D53-421B-4DE858C553EC}" dt="2026-08-10T11:14:33.718" v="41" actId="20577"/>
        <pc:sldMkLst>
          <pc:docMk/>
          <pc:sldMk cId="3870772867" sldId="268"/>
        </pc:sldMkLst>
        <pc:spChg chg="mod">
          <ac:chgData name="Hattingh-Haasbroek, Juliette" userId="S::j.hattingh.haasbroek@student.tue.nl::20a05f05-2cec-4fa4-8c81-47330fa392d0" providerId="AD" clId="Web-{5BBB2023-6E02-0D53-421B-4DE858C553EC}" dt="2026-08-10T11:14:33.718" v="41" actId="20577"/>
          <ac:spMkLst>
            <pc:docMk/>
            <pc:sldMk cId="3870772867" sldId="268"/>
            <ac:spMk id="3" creationId="{2FE5723D-AE46-2DA1-A358-28917D556EC8}"/>
          </ac:spMkLst>
        </pc:spChg>
      </pc:sldChg>
      <pc:sldChg chg="addSp modSp">
        <pc:chgData name="Hattingh-Haasbroek, Juliette" userId="S::j.hattingh.haasbroek@student.tue.nl::20a05f05-2cec-4fa4-8c81-47330fa392d0" providerId="AD" clId="Web-{5BBB2023-6E02-0D53-421B-4DE858C553EC}" dt="2026-08-10T11:13:55.889" v="39" actId="20577"/>
        <pc:sldMkLst>
          <pc:docMk/>
          <pc:sldMk cId="110435291" sldId="273"/>
        </pc:sldMkLst>
        <pc:spChg chg="mod">
          <ac:chgData name="Hattingh-Haasbroek, Juliette" userId="S::j.hattingh.haasbroek@student.tue.nl::20a05f05-2cec-4fa4-8c81-47330fa392d0" providerId="AD" clId="Web-{5BBB2023-6E02-0D53-421B-4DE858C553EC}" dt="2026-08-10T11:09:28.148" v="7" actId="20577"/>
          <ac:spMkLst>
            <pc:docMk/>
            <pc:sldMk cId="110435291" sldId="273"/>
            <ac:spMk id="2" creationId="{8F74BB17-E84F-DB4A-0E37-638719C31102}"/>
          </ac:spMkLst>
        </pc:spChg>
        <pc:spChg chg="mod">
          <ac:chgData name="Hattingh-Haasbroek, Juliette" userId="S::j.hattingh.haasbroek@student.tue.nl::20a05f05-2cec-4fa4-8c81-47330fa392d0" providerId="AD" clId="Web-{5BBB2023-6E02-0D53-421B-4DE858C553EC}" dt="2026-08-10T11:13:55.889" v="39" actId="20577"/>
          <ac:spMkLst>
            <pc:docMk/>
            <pc:sldMk cId="110435291" sldId="273"/>
            <ac:spMk id="3" creationId="{73A60500-F33A-DC5B-43EE-BE7B0B40ECC1}"/>
          </ac:spMkLst>
        </pc:spChg>
        <pc:spChg chg="add mod">
          <ac:chgData name="Hattingh-Haasbroek, Juliette" userId="S::j.hattingh.haasbroek@student.tue.nl::20a05f05-2cec-4fa4-8c81-47330fa392d0" providerId="AD" clId="Web-{5BBB2023-6E02-0D53-421B-4DE858C553EC}" dt="2026-08-10T11:11:44.777" v="27" actId="20577"/>
          <ac:spMkLst>
            <pc:docMk/>
            <pc:sldMk cId="110435291" sldId="273"/>
            <ac:spMk id="5" creationId="{1686B79B-195D-2461-79ED-C14B0AAAA43E}"/>
          </ac:spMkLst>
        </pc:spChg>
        <pc:spChg chg="add mod">
          <ac:chgData name="Hattingh-Haasbroek, Juliette" userId="S::j.hattingh.haasbroek@student.tue.nl::20a05f05-2cec-4fa4-8c81-47330fa392d0" providerId="AD" clId="Web-{5BBB2023-6E02-0D53-421B-4DE858C553EC}" dt="2026-08-10T11:12:02.433" v="29" actId="20577"/>
          <ac:spMkLst>
            <pc:docMk/>
            <pc:sldMk cId="110435291" sldId="273"/>
            <ac:spMk id="7" creationId="{3D4E69E7-93D6-5CB6-72D4-B60B45BBC62C}"/>
          </ac:spMkLst>
        </pc:spChg>
        <pc:spChg chg="add mod">
          <ac:chgData name="Hattingh-Haasbroek, Juliette" userId="S::j.hattingh.haasbroek@student.tue.nl::20a05f05-2cec-4fa4-8c81-47330fa392d0" providerId="AD" clId="Web-{5BBB2023-6E02-0D53-421B-4DE858C553EC}" dt="2026-08-10T11:12:51.934" v="33" actId="20577"/>
          <ac:spMkLst>
            <pc:docMk/>
            <pc:sldMk cId="110435291" sldId="273"/>
            <ac:spMk id="9" creationId="{4809994E-2E63-5A6E-C243-27014BA40D57}"/>
          </ac:spMkLst>
        </pc:spChg>
        <pc:spChg chg="add mod">
          <ac:chgData name="Hattingh-Haasbroek, Juliette" userId="S::j.hattingh.haasbroek@student.tue.nl::20a05f05-2cec-4fa4-8c81-47330fa392d0" providerId="AD" clId="Web-{5BBB2023-6E02-0D53-421B-4DE858C553EC}" dt="2026-08-10T11:12:21.309" v="32" actId="20577"/>
          <ac:spMkLst>
            <pc:docMk/>
            <pc:sldMk cId="110435291" sldId="273"/>
            <ac:spMk id="11" creationId="{B21B9015-7258-4D1A-B48D-96FB67AD004E}"/>
          </ac:spMkLst>
        </pc:spChg>
        <pc:grpChg chg="add">
          <ac:chgData name="Hattingh-Haasbroek, Juliette" userId="S::j.hattingh.haasbroek@student.tue.nl::20a05f05-2cec-4fa4-8c81-47330fa392d0" providerId="AD" clId="Web-{5BBB2023-6E02-0D53-421B-4DE858C553EC}" dt="2026-08-10T11:10:38.150" v="18"/>
          <ac:grpSpMkLst>
            <pc:docMk/>
            <pc:sldMk cId="110435291" sldId="273"/>
            <ac:grpSpMk id="15" creationId="{92830BA8-D506-FBF0-A684-56C154DD2AB5}"/>
          </ac:grpSpMkLst>
        </pc:grpChg>
        <pc:grpChg chg="add">
          <ac:chgData name="Hattingh-Haasbroek, Juliette" userId="S::j.hattingh.haasbroek@student.tue.nl::20a05f05-2cec-4fa4-8c81-47330fa392d0" providerId="AD" clId="Web-{5BBB2023-6E02-0D53-421B-4DE858C553EC}" dt="2026-08-10T11:10:38.166" v="19"/>
          <ac:grpSpMkLst>
            <pc:docMk/>
            <pc:sldMk cId="110435291" sldId="273"/>
            <ac:grpSpMk id="19" creationId="{CD840F8B-57AA-A927-DA79-A865610CD478}"/>
          </ac:grpSpMkLst>
        </pc:grpChg>
      </pc:sldChg>
    </pc:docChg>
  </pc:docChgLst>
  <pc:docChgLst>
    <pc:chgData name="Hattingh-Haasbroek, Juliette" userId="S::j.hattingh.haasbroek@student.tue.nl::20a05f05-2cec-4fa4-8c81-47330fa392d0" providerId="AD" clId="Web-{56568E12-1677-D620-2B52-3BABA1C5097F}"/>
    <pc:docChg chg="addSld delSld modSld">
      <pc:chgData name="Hattingh-Haasbroek, Juliette" userId="S::j.hattingh.haasbroek@student.tue.nl::20a05f05-2cec-4fa4-8c81-47330fa392d0" providerId="AD" clId="Web-{56568E12-1677-D620-2B52-3BABA1C5097F}" dt="2026-08-07T11:36:02.171" v="58"/>
      <pc:docMkLst>
        <pc:docMk/>
      </pc:docMkLst>
      <pc:sldChg chg="addSp delSp modSp new">
        <pc:chgData name="Hattingh-Haasbroek, Juliette" userId="S::j.hattingh.haasbroek@student.tue.nl::20a05f05-2cec-4fa4-8c81-47330fa392d0" providerId="AD" clId="Web-{56568E12-1677-D620-2B52-3BABA1C5097F}" dt="2026-08-07T11:36:02.171" v="58"/>
        <pc:sldMkLst>
          <pc:docMk/>
          <pc:sldMk cId="2382854525" sldId="269"/>
        </pc:sldMkLst>
        <pc:spChg chg="add mod">
          <ac:chgData name="Hattingh-Haasbroek, Juliette" userId="S::j.hattingh.haasbroek@student.tue.nl::20a05f05-2cec-4fa4-8c81-47330fa392d0" providerId="AD" clId="Web-{56568E12-1677-D620-2B52-3BABA1C5097F}" dt="2026-08-07T11:30:48.756" v="51" actId="1076"/>
          <ac:spMkLst>
            <pc:docMk/>
            <pc:sldMk cId="2382854525" sldId="269"/>
            <ac:spMk id="3" creationId="{67202C24-20A5-288E-9D7E-3712C766AE19}"/>
          </ac:spMkLst>
        </pc:spChg>
        <pc:spChg chg="add mod">
          <ac:chgData name="Hattingh-Haasbroek, Juliette" userId="S::j.hattingh.haasbroek@student.tue.nl::20a05f05-2cec-4fa4-8c81-47330fa392d0" providerId="AD" clId="Web-{56568E12-1677-D620-2B52-3BABA1C5097F}" dt="2026-08-07T11:30:48.772" v="52" actId="1076"/>
          <ac:spMkLst>
            <pc:docMk/>
            <pc:sldMk cId="2382854525" sldId="269"/>
            <ac:spMk id="5" creationId="{DEE4505E-7ABC-0E21-0318-0546422790F6}"/>
          </ac:spMkLst>
        </pc:spChg>
      </pc:sldChg>
    </pc:docChg>
  </pc:docChgLst>
  <pc:docChgLst>
    <pc:chgData name="Gonzalez Miranda, Erandi" userId="ce6c0d3c-5575-4105-a5fa-726756340338" providerId="ADAL" clId="{A4A9EF8B-0739-4689-90D1-289C004E0AB6}"/>
    <pc:docChg chg="undo custSel addSld delSld modSld modMainMaster">
      <pc:chgData name="Gonzalez Miranda, Erandi" userId="ce6c0d3c-5575-4105-a5fa-726756340338" providerId="ADAL" clId="{A4A9EF8B-0739-4689-90D1-289C004E0AB6}" dt="2026-08-10T12:08:24.201" v="541" actId="2696"/>
      <pc:docMkLst>
        <pc:docMk/>
      </pc:docMkLst>
      <pc:sldChg chg="add del">
        <pc:chgData name="Gonzalez Miranda, Erandi" userId="ce6c0d3c-5575-4105-a5fa-726756340338" providerId="ADAL" clId="{A4A9EF8B-0739-4689-90D1-289C004E0AB6}" dt="2026-08-10T12:08:24.201" v="541" actId="2696"/>
        <pc:sldMkLst>
          <pc:docMk/>
          <pc:sldMk cId="0" sldId="259"/>
        </pc:sldMkLst>
      </pc:sldChg>
      <pc:sldChg chg="modSp mod modCm">
        <pc:chgData name="Gonzalez Miranda, Erandi" userId="ce6c0d3c-5575-4105-a5fa-726756340338" providerId="ADAL" clId="{A4A9EF8B-0739-4689-90D1-289C004E0AB6}" dt="2026-08-10T12:07:10.011" v="539" actId="20577"/>
        <pc:sldMkLst>
          <pc:docMk/>
          <pc:sldMk cId="0" sldId="262"/>
        </pc:sldMkLst>
        <pc:spChg chg="mod">
          <ac:chgData name="Gonzalez Miranda, Erandi" userId="ce6c0d3c-5575-4105-a5fa-726756340338" providerId="ADAL" clId="{A4A9EF8B-0739-4689-90D1-289C004E0AB6}" dt="2026-08-10T12:07:10.011" v="539" actId="20577"/>
          <ac:spMkLst>
            <pc:docMk/>
            <pc:sldMk cId="0" sldId="262"/>
            <ac:spMk id="282" creationId="{00000000-0000-0000-0000-000000000000}"/>
          </ac:spMkLst>
        </pc:spChg>
        <pc:extLst>
          <p:ext xmlns:p="http://schemas.openxmlformats.org/presentationml/2006/main" uri="{D6D511B9-2390-475A-947B-AFAB55BFBCF1}">
            <pc226:cmChg xmlns:pc226="http://schemas.microsoft.com/office/powerpoint/2022/06/main/command" chg="mod">
              <pc226:chgData name="Gonzalez Miranda, Erandi" userId="ce6c0d3c-5575-4105-a5fa-726756340338" providerId="ADAL" clId="{A4A9EF8B-0739-4689-90D1-289C004E0AB6}" dt="2026-08-10T12:07:10.011" v="539" actId="20577"/>
              <pc2:cmMkLst xmlns:pc2="http://schemas.microsoft.com/office/powerpoint/2019/9/main/command">
                <pc:docMk/>
                <pc:sldMk cId="0" sldId="262"/>
                <pc2:cmMk id="{9E357128-BDAD-4596-8477-5B6D15A3E45C}"/>
              </pc2:cmMkLst>
            </pc226:cmChg>
          </p:ext>
        </pc:extLst>
      </pc:sldChg>
      <pc:sldMasterChg chg="modSldLayout">
        <pc:chgData name="Gonzalez Miranda, Erandi" userId="ce6c0d3c-5575-4105-a5fa-726756340338" providerId="ADAL" clId="{A4A9EF8B-0739-4689-90D1-289C004E0AB6}" dt="2026-08-05T09:28:55.465" v="533" actId="478"/>
        <pc:sldMasterMkLst>
          <pc:docMk/>
          <pc:sldMasterMk cId="3560221808" sldId="2147483695"/>
        </pc:sldMasterMkLst>
        <pc:sldLayoutChg chg="addSp modSp mod">
          <pc:chgData name="Gonzalez Miranda, Erandi" userId="ce6c0d3c-5575-4105-a5fa-726756340338" providerId="ADAL" clId="{A4A9EF8B-0739-4689-90D1-289C004E0AB6}" dt="2026-08-05T09:26:13.788" v="449" actId="1037"/>
          <pc:sldLayoutMkLst>
            <pc:docMk/>
            <pc:sldMasterMk cId="3560221808" sldId="2147483695"/>
            <pc:sldLayoutMk cId="332934846" sldId="2147483696"/>
          </pc:sldLayoutMkLst>
          <pc:picChg chg="add mod">
            <ac:chgData name="Gonzalez Miranda, Erandi" userId="ce6c0d3c-5575-4105-a5fa-726756340338" providerId="ADAL" clId="{A4A9EF8B-0739-4689-90D1-289C004E0AB6}" dt="2026-08-05T09:26:13.788" v="449" actId="1037"/>
            <ac:picMkLst>
              <pc:docMk/>
              <pc:sldMasterMk cId="3560221808" sldId="2147483695"/>
              <pc:sldLayoutMk cId="332934846" sldId="2147483696"/>
              <ac:picMk id="8" creationId="{7E4AB850-DB14-1C08-2BB5-EFA9D1F8EF07}"/>
            </ac:picMkLst>
          </pc:picChg>
          <pc:picChg chg="add mod">
            <ac:chgData name="Gonzalez Miranda, Erandi" userId="ce6c0d3c-5575-4105-a5fa-726756340338" providerId="ADAL" clId="{A4A9EF8B-0739-4689-90D1-289C004E0AB6}" dt="2026-08-05T09:26:13.788" v="449" actId="1037"/>
            <ac:picMkLst>
              <pc:docMk/>
              <pc:sldMasterMk cId="3560221808" sldId="2147483695"/>
              <pc:sldLayoutMk cId="332934846" sldId="2147483696"/>
              <ac:picMk id="10" creationId="{7394EC7F-5BBC-59CE-7C58-FB895D6932C8}"/>
            </ac:picMkLst>
          </pc:picChg>
          <pc:picChg chg="add mod">
            <ac:chgData name="Gonzalez Miranda, Erandi" userId="ce6c0d3c-5575-4105-a5fa-726756340338" providerId="ADAL" clId="{A4A9EF8B-0739-4689-90D1-289C004E0AB6}" dt="2026-08-05T09:26:13.788" v="449" actId="1037"/>
            <ac:picMkLst>
              <pc:docMk/>
              <pc:sldMasterMk cId="3560221808" sldId="2147483695"/>
              <pc:sldLayoutMk cId="332934846" sldId="2147483696"/>
              <ac:picMk id="12" creationId="{CF154139-B550-806E-2BC0-3EF6B61D671C}"/>
            </ac:picMkLst>
          </pc:picChg>
        </pc:sldLayoutChg>
        <pc:sldLayoutChg chg="addSp delSp modSp mod">
          <pc:chgData name="Gonzalez Miranda, Erandi" userId="ce6c0d3c-5575-4105-a5fa-726756340338" providerId="ADAL" clId="{A4A9EF8B-0739-4689-90D1-289C004E0AB6}" dt="2026-08-05T09:28:55.465" v="533" actId="478"/>
          <pc:sldLayoutMkLst>
            <pc:docMk/>
            <pc:sldMasterMk cId="3560221808" sldId="2147483695"/>
            <pc:sldLayoutMk cId="2362226540" sldId="2147483697"/>
          </pc:sldLayoutMkLst>
        </pc:sldLayoutChg>
      </pc:sldMasterChg>
    </pc:docChg>
  </pc:docChgLst>
  <pc:docChgLst>
    <pc:chgData name="Hattingh-Haasbroek, Juliette" userId="S::j.hattingh.haasbroek@student.tue.nl::20a05f05-2cec-4fa4-8c81-47330fa392d0" providerId="AD" clId="Web-{273FD574-8A03-DF3E-C1D5-770E60C0B530}"/>
    <pc:docChg chg="delSld modSld">
      <pc:chgData name="Hattingh-Haasbroek, Juliette" userId="S::j.hattingh.haasbroek@student.tue.nl::20a05f05-2cec-4fa4-8c81-47330fa392d0" providerId="AD" clId="Web-{273FD574-8A03-DF3E-C1D5-770E60C0B530}" dt="2026-08-10T14:34:25.928" v="196"/>
      <pc:docMkLst>
        <pc:docMk/>
      </pc:docMkLst>
      <pc:sldChg chg="modSp modCm">
        <pc:chgData name="Hattingh-Haasbroek, Juliette" userId="S::j.hattingh.haasbroek@student.tue.nl::20a05f05-2cec-4fa4-8c81-47330fa392d0" providerId="AD" clId="Web-{273FD574-8A03-DF3E-C1D5-770E60C0B530}" dt="2026-08-10T14:29:50.967" v="174" actId="20577"/>
        <pc:sldMkLst>
          <pc:docMk/>
          <pc:sldMk cId="0" sldId="259"/>
        </pc:sldMkLst>
        <pc:spChg chg="mod">
          <ac:chgData name="Hattingh-Haasbroek, Juliette" userId="S::j.hattingh.haasbroek@student.tue.nl::20a05f05-2cec-4fa4-8c81-47330fa392d0" providerId="AD" clId="Web-{273FD574-8A03-DF3E-C1D5-770E60C0B530}" dt="2026-08-10T14:29:50.967" v="174" actId="20577"/>
          <ac:spMkLst>
            <pc:docMk/>
            <pc:sldMk cId="0" sldId="259"/>
            <ac:spMk id="264" creationId="{00000000-0000-0000-0000-000000000000}"/>
          </ac:spMkLst>
        </pc:spChg>
        <pc:spChg chg="mod">
          <ac:chgData name="Hattingh-Haasbroek, Juliette" userId="S::j.hattingh.haasbroek@student.tue.nl::20a05f05-2cec-4fa4-8c81-47330fa392d0" providerId="AD" clId="Web-{273FD574-8A03-DF3E-C1D5-770E60C0B530}" dt="2026-08-10T14:29:04.012" v="148" actId="20577"/>
          <ac:spMkLst>
            <pc:docMk/>
            <pc:sldMk cId="0" sldId="259"/>
            <ac:spMk id="265" creationId="{00000000-0000-0000-0000-000000000000}"/>
          </ac:spMkLst>
        </pc:spChg>
        <pc:extLst>
          <p:ext xmlns:p="http://schemas.openxmlformats.org/presentationml/2006/main" uri="{D6D511B9-2390-475A-947B-AFAB55BFBCF1}">
            <pc226:cmChg xmlns:pc226="http://schemas.microsoft.com/office/powerpoint/2022/06/main/command" chg="mod">
              <pc226:chgData name="Hattingh-Haasbroek, Juliette" userId="S::j.hattingh.haasbroek@student.tue.nl::20a05f05-2cec-4fa4-8c81-47330fa392d0" providerId="AD" clId="Web-{273FD574-8A03-DF3E-C1D5-770E60C0B530}" dt="2026-08-10T14:29:50.967" v="174" actId="20577"/>
              <pc2:cmMkLst xmlns:pc2="http://schemas.microsoft.com/office/powerpoint/2019/9/main/command">
                <pc:docMk/>
                <pc:sldMk cId="0" sldId="259"/>
                <pc2:cmMk id="{ED67624D-139E-45B2-9F04-F2193AF5A089}"/>
              </pc2:cmMkLst>
            </pc226:cmChg>
          </p:ext>
        </pc:extLst>
      </pc:sldChg>
      <pc:sldChg chg="modSp">
        <pc:chgData name="Hattingh-Haasbroek, Juliette" userId="S::j.hattingh.haasbroek@student.tue.nl::20a05f05-2cec-4fa4-8c81-47330fa392d0" providerId="AD" clId="Web-{273FD574-8A03-DF3E-C1D5-770E60C0B530}" dt="2026-08-10T14:30:56.375" v="192" actId="20577"/>
        <pc:sldMkLst>
          <pc:docMk/>
          <pc:sldMk cId="0" sldId="260"/>
        </pc:sldMkLst>
        <pc:spChg chg="mod">
          <ac:chgData name="Hattingh-Haasbroek, Juliette" userId="S::j.hattingh.haasbroek@student.tue.nl::20a05f05-2cec-4fa4-8c81-47330fa392d0" providerId="AD" clId="Web-{273FD574-8A03-DF3E-C1D5-770E60C0B530}" dt="2026-08-10T14:30:03.014" v="178" actId="20577"/>
          <ac:spMkLst>
            <pc:docMk/>
            <pc:sldMk cId="0" sldId="260"/>
            <ac:spMk id="270" creationId="{00000000-0000-0000-0000-000000000000}"/>
          </ac:spMkLst>
        </pc:spChg>
        <pc:spChg chg="mod">
          <ac:chgData name="Hattingh-Haasbroek, Juliette" userId="S::j.hattingh.haasbroek@student.tue.nl::20a05f05-2cec-4fa4-8c81-47330fa392d0" providerId="AD" clId="Web-{273FD574-8A03-DF3E-C1D5-770E60C0B530}" dt="2026-08-10T14:30:56.375" v="192" actId="20577"/>
          <ac:spMkLst>
            <pc:docMk/>
            <pc:sldMk cId="0" sldId="260"/>
            <ac:spMk id="271" creationId="{00000000-0000-0000-0000-000000000000}"/>
          </ac:spMkLst>
        </pc:spChg>
      </pc:sldChg>
      <pc:sldChg chg="modSp">
        <pc:chgData name="Hattingh-Haasbroek, Juliette" userId="S::j.hattingh.haasbroek@student.tue.nl::20a05f05-2cec-4fa4-8c81-47330fa392d0" providerId="AD" clId="Web-{273FD574-8A03-DF3E-C1D5-770E60C0B530}" dt="2026-08-10T14:31:01.422" v="193" actId="20577"/>
        <pc:sldMkLst>
          <pc:docMk/>
          <pc:sldMk cId="0" sldId="261"/>
        </pc:sldMkLst>
        <pc:spChg chg="mod">
          <ac:chgData name="Hattingh-Haasbroek, Juliette" userId="S::j.hattingh.haasbroek@student.tue.nl::20a05f05-2cec-4fa4-8c81-47330fa392d0" providerId="AD" clId="Web-{273FD574-8A03-DF3E-C1D5-770E60C0B530}" dt="2026-08-10T14:30:11.201" v="182" actId="20577"/>
          <ac:spMkLst>
            <pc:docMk/>
            <pc:sldMk cId="0" sldId="261"/>
            <ac:spMk id="276" creationId="{00000000-0000-0000-0000-000000000000}"/>
          </ac:spMkLst>
        </pc:spChg>
        <pc:spChg chg="mod">
          <ac:chgData name="Hattingh-Haasbroek, Juliette" userId="S::j.hattingh.haasbroek@student.tue.nl::20a05f05-2cec-4fa4-8c81-47330fa392d0" providerId="AD" clId="Web-{273FD574-8A03-DF3E-C1D5-770E60C0B530}" dt="2026-08-10T14:31:01.422" v="193" actId="20577"/>
          <ac:spMkLst>
            <pc:docMk/>
            <pc:sldMk cId="0" sldId="261"/>
            <ac:spMk id="277" creationId="{00000000-0000-0000-0000-000000000000}"/>
          </ac:spMkLst>
        </pc:spChg>
      </pc:sldChg>
      <pc:sldChg chg="modSp modCm">
        <pc:chgData name="Hattingh-Haasbroek, Juliette" userId="S::j.hattingh.haasbroek@student.tue.nl::20a05f05-2cec-4fa4-8c81-47330fa392d0" providerId="AD" clId="Web-{273FD574-8A03-DF3E-C1D5-770E60C0B530}" dt="2026-08-10T14:31:06.016" v="194" actId="20577"/>
        <pc:sldMkLst>
          <pc:docMk/>
          <pc:sldMk cId="0" sldId="262"/>
        </pc:sldMkLst>
        <pc:spChg chg="mod">
          <ac:chgData name="Hattingh-Haasbroek, Juliette" userId="S::j.hattingh.haasbroek@student.tue.nl::20a05f05-2cec-4fa4-8c81-47330fa392d0" providerId="AD" clId="Web-{273FD574-8A03-DF3E-C1D5-770E60C0B530}" dt="2026-08-10T14:30:15.561" v="184" actId="20577"/>
          <ac:spMkLst>
            <pc:docMk/>
            <pc:sldMk cId="0" sldId="262"/>
            <ac:spMk id="282" creationId="{00000000-0000-0000-0000-000000000000}"/>
          </ac:spMkLst>
        </pc:spChg>
        <pc:spChg chg="mod">
          <ac:chgData name="Hattingh-Haasbroek, Juliette" userId="S::j.hattingh.haasbroek@student.tue.nl::20a05f05-2cec-4fa4-8c81-47330fa392d0" providerId="AD" clId="Web-{273FD574-8A03-DF3E-C1D5-770E60C0B530}" dt="2026-08-10T14:31:06.016" v="194" actId="20577"/>
          <ac:spMkLst>
            <pc:docMk/>
            <pc:sldMk cId="0" sldId="262"/>
            <ac:spMk id="283" creationId="{00000000-0000-0000-0000-000000000000}"/>
          </ac:spMkLst>
        </pc:spChg>
        <pc:extLst>
          <p:ext xmlns:p="http://schemas.openxmlformats.org/presentationml/2006/main" uri="{D6D511B9-2390-475A-947B-AFAB55BFBCF1}">
            <pc226:cmChg xmlns:pc226="http://schemas.microsoft.com/office/powerpoint/2022/06/main/command" chg="mod">
              <pc226:chgData name="Hattingh-Haasbroek, Juliette" userId="S::j.hattingh.haasbroek@student.tue.nl::20a05f05-2cec-4fa4-8c81-47330fa392d0" providerId="AD" clId="Web-{273FD574-8A03-DF3E-C1D5-770E60C0B530}" dt="2026-08-10T14:30:15.561" v="184" actId="20577"/>
              <pc2:cmMkLst xmlns:pc2="http://schemas.microsoft.com/office/powerpoint/2019/9/main/command">
                <pc:docMk/>
                <pc:sldMk cId="0" sldId="262"/>
                <pc2:cmMk id="{9E357128-BDAD-4596-8477-5B6D15A3E45C}"/>
              </pc2:cmMkLst>
            </pc226:cmChg>
          </p:ext>
        </pc:extLst>
      </pc:sldChg>
      <pc:sldChg chg="modSp">
        <pc:chgData name="Hattingh-Haasbroek, Juliette" userId="S::j.hattingh.haasbroek@student.tue.nl::20a05f05-2cec-4fa4-8c81-47330fa392d0" providerId="AD" clId="Web-{273FD574-8A03-DF3E-C1D5-770E60C0B530}" dt="2026-08-10T14:31:10.922" v="195" actId="20577"/>
        <pc:sldMkLst>
          <pc:docMk/>
          <pc:sldMk cId="0" sldId="263"/>
        </pc:sldMkLst>
        <pc:spChg chg="mod">
          <ac:chgData name="Hattingh-Haasbroek, Juliette" userId="S::j.hattingh.haasbroek@student.tue.nl::20a05f05-2cec-4fa4-8c81-47330fa392d0" providerId="AD" clId="Web-{273FD574-8A03-DF3E-C1D5-770E60C0B530}" dt="2026-08-10T14:30:28.108" v="188" actId="20577"/>
          <ac:spMkLst>
            <pc:docMk/>
            <pc:sldMk cId="0" sldId="263"/>
            <ac:spMk id="288" creationId="{00000000-0000-0000-0000-000000000000}"/>
          </ac:spMkLst>
        </pc:spChg>
        <pc:spChg chg="mod">
          <ac:chgData name="Hattingh-Haasbroek, Juliette" userId="S::j.hattingh.haasbroek@student.tue.nl::20a05f05-2cec-4fa4-8c81-47330fa392d0" providerId="AD" clId="Web-{273FD574-8A03-DF3E-C1D5-770E60C0B530}" dt="2026-08-10T14:31:10.922" v="195" actId="20577"/>
          <ac:spMkLst>
            <pc:docMk/>
            <pc:sldMk cId="0" sldId="263"/>
            <ac:spMk id="289" creationId="{00000000-0000-0000-0000-000000000000}"/>
          </ac:spMkLst>
        </pc:spChg>
      </pc:sldChg>
      <pc:sldChg chg="addSp delSp modSp">
        <pc:chgData name="Hattingh-Haasbroek, Juliette" userId="S::j.hattingh.haasbroek@student.tue.nl::20a05f05-2cec-4fa4-8c81-47330fa392d0" providerId="AD" clId="Web-{273FD574-8A03-DF3E-C1D5-770E60C0B530}" dt="2026-08-10T14:28:43.418" v="144" actId="20577"/>
        <pc:sldMkLst>
          <pc:docMk/>
          <pc:sldMk cId="258992506" sldId="271"/>
        </pc:sldMkLst>
        <pc:spChg chg="add mod">
          <ac:chgData name="Hattingh-Haasbroek, Juliette" userId="S::j.hattingh.haasbroek@student.tue.nl::20a05f05-2cec-4fa4-8c81-47330fa392d0" providerId="AD" clId="Web-{273FD574-8A03-DF3E-C1D5-770E60C0B530}" dt="2026-08-10T14:28:38.433" v="137" actId="20577"/>
          <ac:spMkLst>
            <pc:docMk/>
            <pc:sldMk cId="258992506" sldId="271"/>
            <ac:spMk id="3" creationId="{95C82ED3-CDCC-D703-21FC-118D08EE15CF}"/>
          </ac:spMkLst>
        </pc:spChg>
        <pc:spChg chg="mod">
          <ac:chgData name="Hattingh-Haasbroek, Juliette" userId="S::j.hattingh.haasbroek@student.tue.nl::20a05f05-2cec-4fa4-8c81-47330fa392d0" providerId="AD" clId="Web-{273FD574-8A03-DF3E-C1D5-770E60C0B530}" dt="2026-08-10T14:28:43.418" v="144" actId="20577"/>
          <ac:spMkLst>
            <pc:docMk/>
            <pc:sldMk cId="258992506" sldId="271"/>
            <ac:spMk id="258" creationId="{106681BB-F2CD-829B-6230-55CA2E24F067}"/>
          </ac:spMkLst>
        </pc:spChg>
      </pc:sldChg>
      <pc:sldChg chg="modSp">
        <pc:chgData name="Hattingh-Haasbroek, Juliette" userId="S::j.hattingh.haasbroek@student.tue.nl::20a05f05-2cec-4fa4-8c81-47330fa392d0" providerId="AD" clId="Web-{273FD574-8A03-DF3E-C1D5-770E60C0B530}" dt="2026-08-10T14:30:46.328" v="191" actId="20577"/>
        <pc:sldMkLst>
          <pc:docMk/>
          <pc:sldMk cId="110435291" sldId="273"/>
        </pc:sldMkLst>
        <pc:spChg chg="mod">
          <ac:chgData name="Hattingh-Haasbroek, Juliette" userId="S::j.hattingh.haasbroek@student.tue.nl::20a05f05-2cec-4fa4-8c81-47330fa392d0" providerId="AD" clId="Web-{273FD574-8A03-DF3E-C1D5-770E60C0B530}" dt="2026-08-10T14:30:46.328" v="191" actId="20577"/>
          <ac:spMkLst>
            <pc:docMk/>
            <pc:sldMk cId="110435291" sldId="273"/>
            <ac:spMk id="3" creationId="{73A60500-F33A-DC5B-43EE-BE7B0B40ECC1}"/>
          </ac:spMkLst>
        </pc:spChg>
        <pc:spChg chg="mod">
          <ac:chgData name="Hattingh-Haasbroek, Juliette" userId="S::j.hattingh.haasbroek@student.tue.nl::20a05f05-2cec-4fa4-8c81-47330fa392d0" providerId="AD" clId="Web-{273FD574-8A03-DF3E-C1D5-770E60C0B530}" dt="2026-08-10T14:22:41.125" v="83" actId="20577"/>
          <ac:spMkLst>
            <pc:docMk/>
            <pc:sldMk cId="110435291" sldId="273"/>
            <ac:spMk id="7" creationId="{3D4E69E7-93D6-5CB6-72D4-B60B45BBC62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0B48AC0A-F553-5E3A-7712-28A98DBE0EB0}"/>
            </a:ext>
          </a:extLst>
        </p:cNvPr>
        <p:cNvGrpSpPr/>
        <p:nvPr/>
      </p:nvGrpSpPr>
      <p:grpSpPr>
        <a:xfrm>
          <a:off x="0" y="0"/>
          <a:ext cx="0" cy="0"/>
          <a:chOff x="0" y="0"/>
          <a:chExt cx="0" cy="0"/>
        </a:xfrm>
      </p:grpSpPr>
      <p:sp>
        <p:nvSpPr>
          <p:cNvPr id="255" name="Google Shape;255;g1470e4bd30a_0_3:notes">
            <a:extLst>
              <a:ext uri="{FF2B5EF4-FFF2-40B4-BE49-F238E27FC236}">
                <a16:creationId xmlns:a16="http://schemas.microsoft.com/office/drawing/2014/main" id="{9D2DD278-6139-50F1-65ED-A8A22A1AE0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1470e4bd30a_0_3:notes">
            <a:extLst>
              <a:ext uri="{FF2B5EF4-FFF2-40B4-BE49-F238E27FC236}">
                <a16:creationId xmlns:a16="http://schemas.microsoft.com/office/drawing/2014/main" id="{92164AAF-90A6-A30C-9048-FE7B80898A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9414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470e4bd30a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470e4bd30a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1470e4bd30a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1470e4bd30a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1470e4bd30a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1470e4bd30a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470e4bd30a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470e4bd30a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1470e4bd30a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1470e4bd30a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4E65F3B8-1A0E-4842-9236-6EFE55733D87}"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pic>
        <p:nvPicPr>
          <p:cNvPr id="8" name="Picture 7">
            <a:extLst>
              <a:ext uri="{FF2B5EF4-FFF2-40B4-BE49-F238E27FC236}">
                <a16:creationId xmlns:a16="http://schemas.microsoft.com/office/drawing/2014/main" id="{7E4AB850-DB14-1C08-2BB5-EFA9D1F8EF07}"/>
              </a:ext>
            </a:extLst>
          </p:cNvPr>
          <p:cNvPicPr>
            <a:picLocks noChangeAspect="1"/>
          </p:cNvPicPr>
          <p:nvPr userDrawn="1"/>
        </p:nvPicPr>
        <p:blipFill>
          <a:blip r:embed="rId2"/>
          <a:stretch>
            <a:fillRect/>
          </a:stretch>
        </p:blipFill>
        <p:spPr>
          <a:xfrm>
            <a:off x="3524092" y="3974634"/>
            <a:ext cx="1370601" cy="620316"/>
          </a:xfrm>
          <a:prstGeom prst="rect">
            <a:avLst/>
          </a:prstGeom>
        </p:spPr>
      </p:pic>
      <p:pic>
        <p:nvPicPr>
          <p:cNvPr id="10" name="Picture 9">
            <a:extLst>
              <a:ext uri="{FF2B5EF4-FFF2-40B4-BE49-F238E27FC236}">
                <a16:creationId xmlns:a16="http://schemas.microsoft.com/office/drawing/2014/main" id="{7394EC7F-5BBC-59CE-7C58-FB895D6932C8}"/>
              </a:ext>
            </a:extLst>
          </p:cNvPr>
          <p:cNvPicPr>
            <a:picLocks noChangeAspect="1"/>
          </p:cNvPicPr>
          <p:nvPr userDrawn="1"/>
        </p:nvPicPr>
        <p:blipFill>
          <a:blip r:embed="rId3"/>
          <a:stretch>
            <a:fillRect/>
          </a:stretch>
        </p:blipFill>
        <p:spPr>
          <a:xfrm>
            <a:off x="1119464" y="3974634"/>
            <a:ext cx="1362884" cy="620316"/>
          </a:xfrm>
          <a:prstGeom prst="rect">
            <a:avLst/>
          </a:prstGeom>
        </p:spPr>
      </p:pic>
      <p:pic>
        <p:nvPicPr>
          <p:cNvPr id="12" name="Picture 11">
            <a:extLst>
              <a:ext uri="{FF2B5EF4-FFF2-40B4-BE49-F238E27FC236}">
                <a16:creationId xmlns:a16="http://schemas.microsoft.com/office/drawing/2014/main" id="{CF154139-B550-806E-2BC0-3EF6B61D671C}"/>
              </a:ext>
            </a:extLst>
          </p:cNvPr>
          <p:cNvPicPr>
            <a:picLocks noChangeAspect="1"/>
          </p:cNvPicPr>
          <p:nvPr userDrawn="1"/>
        </p:nvPicPr>
        <p:blipFill>
          <a:blip r:embed="rId4"/>
          <a:stretch>
            <a:fillRect/>
          </a:stretch>
        </p:blipFill>
        <p:spPr>
          <a:xfrm>
            <a:off x="5456160" y="3957009"/>
            <a:ext cx="2585788" cy="637941"/>
          </a:xfrm>
          <a:prstGeom prst="rect">
            <a:avLst/>
          </a:prstGeom>
        </p:spPr>
      </p:pic>
    </p:spTree>
    <p:extLst>
      <p:ext uri="{BB962C8B-B14F-4D97-AF65-F5344CB8AC3E}">
        <p14:creationId xmlns:p14="http://schemas.microsoft.com/office/powerpoint/2010/main" val="33293484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65F3B8-1A0E-4842-9236-6EFE55733D87}"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236222654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65F3B8-1A0E-4842-9236-6EFE55733D87}"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9769661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65F3B8-1A0E-4842-9236-6EFE55733D87}"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178899176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E65F3B8-1A0E-4842-9236-6EFE55733D87}"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52574990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65F3B8-1A0E-4842-9236-6EFE55733D87}"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61184733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65F3B8-1A0E-4842-9236-6EFE55733D87}"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695140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E65F3B8-1A0E-4842-9236-6EFE55733D87}"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16336671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E65F3B8-1A0E-4842-9236-6EFE55733D87}"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152624541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65F3B8-1A0E-4842-9236-6EFE55733D87}"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330686638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65F3B8-1A0E-4842-9236-6EFE55733D87}"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267278-17E4-6544-A863-474EF429F071}" type="slidenum">
              <a:rPr lang="en-US" smtClean="0"/>
              <a:t>‹#›</a:t>
            </a:fld>
            <a:endParaRPr lang="en-US"/>
          </a:p>
        </p:txBody>
      </p:sp>
    </p:spTree>
    <p:extLst>
      <p:ext uri="{BB962C8B-B14F-4D97-AF65-F5344CB8AC3E}">
        <p14:creationId xmlns:p14="http://schemas.microsoft.com/office/powerpoint/2010/main" val="182299510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5" name="Google Shape;25;p4"/>
          <p:cNvSpPr txBox="1">
            <a:spLocks noGrp="1"/>
          </p:cNvSpPr>
          <p:nvPr>
            <p:ph type="body" idx="1"/>
          </p:nvPr>
        </p:nvSpPr>
        <p:spPr>
          <a:xfrm>
            <a:off x="713250" y="1272925"/>
            <a:ext cx="7717500" cy="32958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100"/>
            </a:lvl1pPr>
            <a:lvl2pPr marL="914400" lvl="1" indent="-317500">
              <a:spcBef>
                <a:spcPts val="0"/>
              </a:spcBef>
              <a:spcAft>
                <a:spcPts val="0"/>
              </a:spcAft>
              <a:buClr>
                <a:schemeClr val="dk1"/>
              </a:buClr>
              <a:buSzPts val="1400"/>
              <a:buFont typeface="Lato"/>
              <a:buChar char="○"/>
              <a:defRPr/>
            </a:lvl2pPr>
            <a:lvl3pPr marL="1371600" lvl="2" indent="-317500">
              <a:spcBef>
                <a:spcPts val="0"/>
              </a:spcBef>
              <a:spcAft>
                <a:spcPts val="0"/>
              </a:spcAft>
              <a:buClr>
                <a:schemeClr val="dk1"/>
              </a:buClr>
              <a:buSzPts val="1400"/>
              <a:buFont typeface="Lato"/>
              <a:buChar char="■"/>
              <a:defRPr/>
            </a:lvl3pPr>
            <a:lvl4pPr marL="1828800" lvl="3" indent="-317500">
              <a:spcBef>
                <a:spcPts val="0"/>
              </a:spcBef>
              <a:spcAft>
                <a:spcPts val="0"/>
              </a:spcAft>
              <a:buClr>
                <a:schemeClr val="dk1"/>
              </a:buClr>
              <a:buSzPts val="1400"/>
              <a:buFont typeface="Lato"/>
              <a:buChar char="●"/>
              <a:defRPr/>
            </a:lvl4pPr>
            <a:lvl5pPr marL="2286000" lvl="4" indent="-317500">
              <a:spcBef>
                <a:spcPts val="0"/>
              </a:spcBef>
              <a:spcAft>
                <a:spcPts val="0"/>
              </a:spcAft>
              <a:buClr>
                <a:schemeClr val="dk1"/>
              </a:buClr>
              <a:buSzPts val="1400"/>
              <a:buFont typeface="Lato"/>
              <a:buChar char="○"/>
              <a:defRPr/>
            </a:lvl5pPr>
            <a:lvl6pPr marL="2743200" lvl="5" indent="-317500">
              <a:spcBef>
                <a:spcPts val="0"/>
              </a:spcBef>
              <a:spcAft>
                <a:spcPts val="0"/>
              </a:spcAft>
              <a:buClr>
                <a:schemeClr val="dk1"/>
              </a:buClr>
              <a:buSzPts val="1400"/>
              <a:buFont typeface="Lato"/>
              <a:buChar char="■"/>
              <a:defRPr/>
            </a:lvl6pPr>
            <a:lvl7pPr marL="3200400" lvl="6" indent="-317500">
              <a:spcBef>
                <a:spcPts val="0"/>
              </a:spcBef>
              <a:spcAft>
                <a:spcPts val="0"/>
              </a:spcAft>
              <a:buClr>
                <a:schemeClr val="dk1"/>
              </a:buClr>
              <a:buSzPts val="1400"/>
              <a:buFont typeface="Lato"/>
              <a:buChar char="●"/>
              <a:defRPr/>
            </a:lvl7pPr>
            <a:lvl8pPr marL="3657600" lvl="7" indent="-317500">
              <a:spcBef>
                <a:spcPts val="0"/>
              </a:spcBef>
              <a:spcAft>
                <a:spcPts val="0"/>
              </a:spcAft>
              <a:buClr>
                <a:schemeClr val="dk1"/>
              </a:buClr>
              <a:buSzPts val="1400"/>
              <a:buFont typeface="Lato"/>
              <a:buChar char="○"/>
              <a:defRPr/>
            </a:lvl8pPr>
            <a:lvl9pPr marL="4114800" lvl="8" indent="-317500">
              <a:spcBef>
                <a:spcPts val="0"/>
              </a:spcBef>
              <a:spcAft>
                <a:spcPts val="0"/>
              </a:spcAft>
              <a:buClr>
                <a:schemeClr val="dk1"/>
              </a:buClr>
              <a:buSzPts val="1400"/>
              <a:buFont typeface="Lato"/>
              <a:buChar char="■"/>
              <a:defRPr/>
            </a:lvl9pPr>
          </a:lstStyle>
          <a:p>
            <a:endParaRPr/>
          </a:p>
        </p:txBody>
      </p:sp>
    </p:spTree>
    <p:extLst>
      <p:ext uri="{BB962C8B-B14F-4D97-AF65-F5344CB8AC3E}">
        <p14:creationId xmlns:p14="http://schemas.microsoft.com/office/powerpoint/2010/main" val="2281001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13225" y="445025"/>
            <a:ext cx="5681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5"/>
          <p:cNvSpPr txBox="1">
            <a:spLocks noGrp="1"/>
          </p:cNvSpPr>
          <p:nvPr>
            <p:ph type="subTitle" idx="1"/>
          </p:nvPr>
        </p:nvSpPr>
        <p:spPr>
          <a:xfrm>
            <a:off x="5038975" y="26490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2" name="Google Shape;32;p5"/>
          <p:cNvSpPr txBox="1">
            <a:spLocks noGrp="1"/>
          </p:cNvSpPr>
          <p:nvPr>
            <p:ph type="subTitle" idx="2"/>
          </p:nvPr>
        </p:nvSpPr>
        <p:spPr>
          <a:xfrm>
            <a:off x="50389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 name="Google Shape;33;p5"/>
          <p:cNvSpPr txBox="1">
            <a:spLocks noGrp="1"/>
          </p:cNvSpPr>
          <p:nvPr>
            <p:ph type="subTitle" idx="3"/>
          </p:nvPr>
        </p:nvSpPr>
        <p:spPr>
          <a:xfrm>
            <a:off x="1693175" y="26490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4" name="Google Shape;34;p5"/>
          <p:cNvSpPr txBox="1">
            <a:spLocks noGrp="1"/>
          </p:cNvSpPr>
          <p:nvPr>
            <p:ph type="subTitle" idx="4"/>
          </p:nvPr>
        </p:nvSpPr>
        <p:spPr>
          <a:xfrm>
            <a:off x="16931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161083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4E65F3B8-1A0E-4842-9236-6EFE55733D87}" type="datetimeFigureOut">
              <a:rPr lang="en-US" smtClean="0"/>
              <a:t>9/27/2026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57267278-17E4-6544-A863-474EF429F071}" type="slidenum">
              <a:rPr lang="en-US" smtClean="0"/>
              <a:t>‹#›</a:t>
            </a:fld>
            <a:endParaRPr lang="en-US"/>
          </a:p>
        </p:txBody>
      </p:sp>
    </p:spTree>
    <p:extLst>
      <p:ext uri="{BB962C8B-B14F-4D97-AF65-F5344CB8AC3E}">
        <p14:creationId xmlns:p14="http://schemas.microsoft.com/office/powerpoint/2010/main" val="356022180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Lst>
  <p:hf sldNum="0" hdr="0" ftr="0" dt="0"/>
  <p:txStyles>
    <p:titleStyle>
      <a:lvl1pPr algn="l" defTabSz="685800" rtl="0" eaLnBrk="1" latinLnBrk="0" hangingPunct="1">
        <a:lnSpc>
          <a:spcPct val="90000"/>
        </a:lnSpc>
        <a:spcBef>
          <a:spcPct val="0"/>
        </a:spcBef>
        <a:buNone/>
        <a:defRPr sz="33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45;p34">
            <a:extLst>
              <a:ext uri="{FF2B5EF4-FFF2-40B4-BE49-F238E27FC236}">
                <a16:creationId xmlns:a16="http://schemas.microsoft.com/office/drawing/2014/main" id="{67202C24-20A5-288E-9D7E-3712C766AE19}"/>
              </a:ext>
            </a:extLst>
          </p:cNvPr>
          <p:cNvSpPr txBox="1">
            <a:spLocks/>
          </p:cNvSpPr>
          <p:nvPr/>
        </p:nvSpPr>
        <p:spPr>
          <a:xfrm>
            <a:off x="1114200" y="150572"/>
            <a:ext cx="6858000" cy="1790700"/>
          </a:xfrm>
          <a:prstGeom prst="rect">
            <a:avLst/>
          </a:prstGeom>
        </p:spPr>
        <p:txBody>
          <a:bodyPr spcFirstLastPara="1" wrap="square" lIns="91425" tIns="91425" rIns="91425" bIns="91425" anchor="b" anchorCtr="0">
            <a:noAutofit/>
          </a:bodyPr>
          <a:lstStyle>
            <a:lvl1pPr algn="l" defTabSz="685800" rtl="0" eaLnBrk="1" latinLnBrk="0" hangingPunct="1">
              <a:lnSpc>
                <a:spcPct val="90000"/>
              </a:lnSpc>
              <a:spcBef>
                <a:spcPct val="0"/>
              </a:spcBef>
              <a:buNone/>
              <a:defRPr sz="3300" b="1" kern="1200">
                <a:solidFill>
                  <a:schemeClr val="tx1"/>
                </a:solidFill>
                <a:latin typeface="+mj-lt"/>
                <a:ea typeface="+mj-ea"/>
                <a:cs typeface="+mj-cs"/>
              </a:defRPr>
            </a:lvl1pPr>
          </a:lstStyle>
          <a:p>
            <a:pPr algn="ctr"/>
            <a:r>
              <a:rPr lang="en" sz="4500" dirty="0">
                <a:solidFill>
                  <a:schemeClr val="accent2">
                    <a:lumMod val="76000"/>
                  </a:schemeClr>
                </a:solidFill>
              </a:rPr>
              <a:t>Sprint 2 Review</a:t>
            </a:r>
            <a:br>
              <a:rPr lang="en" sz="4500" dirty="0">
                <a:solidFill>
                  <a:schemeClr val="accent2">
                    <a:lumMod val="76000"/>
                  </a:schemeClr>
                </a:solidFill>
              </a:rPr>
            </a:br>
            <a:r>
              <a:rPr lang="en" sz="4000" dirty="0">
                <a:solidFill>
                  <a:srgbClr val="000000"/>
                </a:solidFill>
              </a:rPr>
              <a:t>Presentation</a:t>
            </a:r>
            <a:endParaRPr lang="en" sz="4000" dirty="0"/>
          </a:p>
        </p:txBody>
      </p:sp>
      <p:pic>
        <p:nvPicPr>
          <p:cNvPr id="4" name="Picture 3" descr="https://encrypted-tbn0.gstatic.com/images?q=tbn:ANd9GcQNf02-2ouuW6XJBmp2cHju4rS8C0QDCSdkJp1J1M4RKRs1aJhW6hWH2G8W&amp;s=10">
            <a:extLst>
              <a:ext uri="{FF2B5EF4-FFF2-40B4-BE49-F238E27FC236}">
                <a16:creationId xmlns:a16="http://schemas.microsoft.com/office/drawing/2014/main" id="{C16E19AC-794B-5F08-2FCE-900C733EB5B6}"/>
              </a:ext>
            </a:extLst>
          </p:cNvPr>
          <p:cNvPicPr>
            <a:picLocks noChangeAspect="1"/>
          </p:cNvPicPr>
          <p:nvPr/>
        </p:nvPicPr>
        <p:blipFill>
          <a:blip r:embed="rId2"/>
          <a:stretch>
            <a:fillRect/>
          </a:stretch>
        </p:blipFill>
        <p:spPr>
          <a:xfrm>
            <a:off x="6822912" y="3606121"/>
            <a:ext cx="1012000" cy="1003594"/>
          </a:xfrm>
          <a:prstGeom prst="rect">
            <a:avLst/>
          </a:prstGeom>
        </p:spPr>
      </p:pic>
      <p:pic>
        <p:nvPicPr>
          <p:cNvPr id="7" name="Picture 6" descr="https://encrypted-tbn0.gstatic.com/images?q=tbn:ANd9GcS0as6Zrck2G2too3qxUP5-3iTE7Mb7_CljRxOR_R8aIkMtAUozwpA0jKZ5&amp;s=10">
            <a:extLst>
              <a:ext uri="{FF2B5EF4-FFF2-40B4-BE49-F238E27FC236}">
                <a16:creationId xmlns:a16="http://schemas.microsoft.com/office/drawing/2014/main" id="{AC210045-8D44-7578-D529-A303A529DB9E}"/>
              </a:ext>
            </a:extLst>
          </p:cNvPr>
          <p:cNvPicPr>
            <a:picLocks noChangeAspect="1"/>
          </p:cNvPicPr>
          <p:nvPr/>
        </p:nvPicPr>
        <p:blipFill>
          <a:blip r:embed="rId3"/>
          <a:srcRect l="-138" t="26460" r="417" b="31812"/>
          <a:stretch>
            <a:fillRect/>
          </a:stretch>
        </p:blipFill>
        <p:spPr>
          <a:xfrm>
            <a:off x="1030895" y="3796587"/>
            <a:ext cx="1591008" cy="624150"/>
          </a:xfrm>
          <a:prstGeom prst="rect">
            <a:avLst/>
          </a:prstGeom>
        </p:spPr>
      </p:pic>
      <p:pic>
        <p:nvPicPr>
          <p:cNvPr id="2" name="Picture 1">
            <a:extLst>
              <a:ext uri="{FF2B5EF4-FFF2-40B4-BE49-F238E27FC236}">
                <a16:creationId xmlns:a16="http://schemas.microsoft.com/office/drawing/2014/main" id="{DACE6B32-F391-852C-E5FE-7FFD2C841F63}"/>
              </a:ext>
            </a:extLst>
          </p:cNvPr>
          <p:cNvPicPr>
            <a:picLocks noChangeAspect="1"/>
          </p:cNvPicPr>
          <p:nvPr/>
        </p:nvPicPr>
        <p:blipFill>
          <a:blip r:embed="rId4"/>
          <a:stretch>
            <a:fillRect/>
          </a:stretch>
        </p:blipFill>
        <p:spPr>
          <a:xfrm>
            <a:off x="3726321" y="3689115"/>
            <a:ext cx="1685925" cy="838200"/>
          </a:xfrm>
          <a:prstGeom prst="rect">
            <a:avLst/>
          </a:prstGeom>
        </p:spPr>
      </p:pic>
      <p:sp>
        <p:nvSpPr>
          <p:cNvPr id="5" name="Google Shape;246;p34">
            <a:extLst>
              <a:ext uri="{FF2B5EF4-FFF2-40B4-BE49-F238E27FC236}">
                <a16:creationId xmlns:a16="http://schemas.microsoft.com/office/drawing/2014/main" id="{DEE4505E-7ABC-0E21-0318-0546422790F6}"/>
              </a:ext>
            </a:extLst>
          </p:cNvPr>
          <p:cNvSpPr txBox="1">
            <a:spLocks/>
          </p:cNvSpPr>
          <p:nvPr/>
        </p:nvSpPr>
        <p:spPr>
          <a:xfrm>
            <a:off x="1114200" y="2370328"/>
            <a:ext cx="6858000" cy="1241822"/>
          </a:xfrm>
          <a:prstGeom prst="rect">
            <a:avLst/>
          </a:prstGeom>
        </p:spPr>
        <p:txBody>
          <a:bodyPr spcFirstLastPara="1" wrap="square" lIns="91425" tIns="91425" rIns="91425" bIns="91425"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1800" dirty="0"/>
              <a:t>Group [1]</a:t>
            </a:r>
            <a:endParaRPr lang="en-US" dirty="0"/>
          </a:p>
          <a:p>
            <a:pPr marL="0" indent="0" algn="ctr">
              <a:buNone/>
            </a:pPr>
            <a:r>
              <a:rPr lang="en-US" sz="1800" b="1" dirty="0"/>
              <a:t>Tutor</a:t>
            </a:r>
            <a:r>
              <a:rPr lang="en-US" sz="1800" dirty="0"/>
              <a:t>: [Francisco] </a:t>
            </a:r>
          </a:p>
        </p:txBody>
      </p:sp>
    </p:spTree>
    <p:extLst>
      <p:ext uri="{BB962C8B-B14F-4D97-AF65-F5344CB8AC3E}">
        <p14:creationId xmlns:p14="http://schemas.microsoft.com/office/powerpoint/2010/main" val="2382854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AD638-BF7D-D92C-B7CE-D4B1305E78F5}"/>
              </a:ext>
            </a:extLst>
          </p:cNvPr>
          <p:cNvSpPr>
            <a:spLocks noGrp="1"/>
          </p:cNvSpPr>
          <p:nvPr>
            <p:ph type="title"/>
          </p:nvPr>
        </p:nvSpPr>
        <p:spPr>
          <a:xfrm>
            <a:off x="628650" y="273844"/>
            <a:ext cx="7886700" cy="994172"/>
          </a:xfrm>
        </p:spPr>
        <p:txBody>
          <a:bodyPr/>
          <a:lstStyle/>
          <a:p>
            <a:r>
              <a:rPr lang="en-US" dirty="0">
                <a:solidFill>
                  <a:schemeClr val="accent2">
                    <a:lumMod val="75000"/>
                  </a:schemeClr>
                </a:solidFill>
              </a:rPr>
              <a:t>Objectives</a:t>
            </a:r>
            <a:r>
              <a:rPr lang="en-US" dirty="0"/>
              <a:t> of Current Sprint</a:t>
            </a:r>
            <a:endParaRPr lang="LID4096" dirty="0"/>
          </a:p>
        </p:txBody>
      </p:sp>
      <p:sp>
        <p:nvSpPr>
          <p:cNvPr id="4" name="Google Shape;253;p35">
            <a:extLst>
              <a:ext uri="{FF2B5EF4-FFF2-40B4-BE49-F238E27FC236}">
                <a16:creationId xmlns:a16="http://schemas.microsoft.com/office/drawing/2014/main" id="{212DA8B7-6B9A-122E-AECF-D859F5CC3CCF}"/>
              </a:ext>
            </a:extLst>
          </p:cNvPr>
          <p:cNvSpPr txBox="1">
            <a:spLocks noGrp="1"/>
          </p:cNvSpPr>
          <p:nvPr>
            <p:ph idx="1"/>
          </p:nvPr>
        </p:nvSpPr>
        <p:spPr>
          <a:xfrm>
            <a:off x="628650" y="1369218"/>
            <a:ext cx="7886700" cy="3263504"/>
          </a:xfrm>
        </p:spPr>
        <p:txBody>
          <a:bodyPr spcFirstLastPara="1" wrap="square" lIns="91425" tIns="91425" rIns="91425" bIns="91425" anchor="t" anchorCtr="0">
            <a:noAutofit/>
          </a:bodyPr>
          <a:lstStyle/>
          <a:p>
            <a:r>
              <a:rPr lang="en-US" dirty="0"/>
              <a:t>Explore different impact areas to find insightful directions</a:t>
            </a:r>
          </a:p>
          <a:p>
            <a:r>
              <a:rPr lang="en-US" dirty="0"/>
              <a:t>Narrow the individual searches and share with the group</a:t>
            </a:r>
          </a:p>
          <a:p>
            <a:r>
              <a:rPr lang="en-US" dirty="0"/>
              <a:t>Compare different ROs and choose one to pursue deeper</a:t>
            </a:r>
          </a:p>
          <a:p>
            <a:endParaRPr lang="en-US" dirty="0"/>
          </a:p>
          <a:p>
            <a:r>
              <a:rPr lang="en-US" dirty="0"/>
              <a:t>Understand and improve the INFLOW-AI model for flood prediction</a:t>
            </a:r>
          </a:p>
        </p:txBody>
      </p:sp>
    </p:spTree>
    <p:extLst>
      <p:ext uri="{BB962C8B-B14F-4D97-AF65-F5344CB8AC3E}">
        <p14:creationId xmlns:p14="http://schemas.microsoft.com/office/powerpoint/2010/main" val="1237595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CFF8-5255-13D2-80F7-9A88BA5B1C6E}"/>
              </a:ext>
            </a:extLst>
          </p:cNvPr>
          <p:cNvSpPr>
            <a:spLocks noGrp="1"/>
          </p:cNvSpPr>
          <p:nvPr>
            <p:ph type="title"/>
          </p:nvPr>
        </p:nvSpPr>
        <p:spPr/>
        <p:txBody>
          <a:bodyPr>
            <a:normAutofit/>
          </a:bodyPr>
          <a:lstStyle/>
          <a:p>
            <a:r>
              <a:rPr lang="en-US" dirty="0">
                <a:solidFill>
                  <a:schemeClr val="accent2">
                    <a:lumMod val="75000"/>
                  </a:schemeClr>
                </a:solidFill>
              </a:rPr>
              <a:t>Sprint Summary </a:t>
            </a:r>
            <a:r>
              <a:rPr lang="en-US" dirty="0"/>
              <a:t>(from sprint 2 onward)</a:t>
            </a:r>
          </a:p>
        </p:txBody>
      </p:sp>
      <p:sp>
        <p:nvSpPr>
          <p:cNvPr id="3" name="Content Placeholder 2">
            <a:extLst>
              <a:ext uri="{FF2B5EF4-FFF2-40B4-BE49-F238E27FC236}">
                <a16:creationId xmlns:a16="http://schemas.microsoft.com/office/drawing/2014/main" id="{2FE5723D-AE46-2DA1-A358-28917D556EC8}"/>
              </a:ext>
            </a:extLst>
          </p:cNvPr>
          <p:cNvSpPr>
            <a:spLocks noGrp="1"/>
          </p:cNvSpPr>
          <p:nvPr>
            <p:ph idx="1"/>
          </p:nvPr>
        </p:nvSpPr>
        <p:spPr/>
        <p:txBody>
          <a:bodyPr vert="horz" lIns="91440" tIns="45720" rIns="91440" bIns="45720" rtlCol="0" anchor="t">
            <a:normAutofit/>
          </a:bodyPr>
          <a:lstStyle/>
          <a:p>
            <a:r>
              <a:rPr lang="en-US" dirty="0"/>
              <a:t>Our main goal was to find a RO worth pursuing, balancing feasibility, novelty and stakeholder-alignment</a:t>
            </a:r>
          </a:p>
          <a:p>
            <a:pPr lvl="0"/>
            <a:r>
              <a:rPr lang="en-US" dirty="0"/>
              <a:t>We explored several areas of impact and after deepening into them we managed to define a unique RO </a:t>
            </a:r>
          </a:p>
          <a:p>
            <a:pPr lvl="0"/>
            <a:r>
              <a:rPr lang="en-US" dirty="0"/>
              <a:t>Data was very limited -&gt; we had to drop many areas and ROs that seemed logical / interesting</a:t>
            </a:r>
          </a:p>
          <a:p>
            <a:pPr lvl="0"/>
            <a:r>
              <a:rPr lang="en-US" dirty="0"/>
              <a:t>Be more consistent with internal deadlines, initiative taking.</a:t>
            </a:r>
          </a:p>
        </p:txBody>
      </p:sp>
    </p:spTree>
    <p:extLst>
      <p:ext uri="{BB962C8B-B14F-4D97-AF65-F5344CB8AC3E}">
        <p14:creationId xmlns:p14="http://schemas.microsoft.com/office/powerpoint/2010/main" val="3870772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CE3F9A69-B7BD-19E0-8757-0D9FB0660235}"/>
            </a:ext>
          </a:extLst>
        </p:cNvPr>
        <p:cNvGrpSpPr/>
        <p:nvPr/>
      </p:nvGrpSpPr>
      <p:grpSpPr>
        <a:xfrm>
          <a:off x="0" y="0"/>
          <a:ext cx="0" cy="0"/>
          <a:chOff x="0" y="0"/>
          <a:chExt cx="0" cy="0"/>
        </a:xfrm>
      </p:grpSpPr>
      <p:sp>
        <p:nvSpPr>
          <p:cNvPr id="258" name="Google Shape;258;p36">
            <a:extLst>
              <a:ext uri="{FF2B5EF4-FFF2-40B4-BE49-F238E27FC236}">
                <a16:creationId xmlns:a16="http://schemas.microsoft.com/office/drawing/2014/main" id="{106681BB-F2CD-829B-6230-55CA2E24F067}"/>
              </a:ext>
            </a:extLst>
          </p:cNvPr>
          <p:cNvSpPr txBox="1">
            <a:spLocks noGrp="1"/>
          </p:cNvSpPr>
          <p:nvPr>
            <p:ph type="title"/>
          </p:nvPr>
        </p:nvSpPr>
        <p:spPr>
          <a:xfrm>
            <a:off x="628650" y="273844"/>
            <a:ext cx="7886700" cy="994172"/>
          </a:xfrm>
        </p:spPr>
        <p:txBody>
          <a:bodyPr spcFirstLastPara="1" wrap="square" lIns="91425" tIns="91425" rIns="91425" bIns="91425" anchor="t" anchorCtr="0">
            <a:noAutofit/>
          </a:bodyPr>
          <a:lstStyle/>
          <a:p>
            <a:r>
              <a:rPr lang="en-US" dirty="0"/>
              <a:t>Methodological Angle (Poster/Report): </a:t>
            </a:r>
            <a:r>
              <a:rPr lang="en-US" dirty="0">
                <a:solidFill>
                  <a:srgbClr val="C00000"/>
                </a:solidFill>
              </a:rPr>
              <a:t>Progress and Results</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95C82ED3-CDCC-D703-21FC-118D08EE15CF}"/>
              </a:ext>
            </a:extLst>
          </p:cNvPr>
          <p:cNvSpPr>
            <a:spLocks noGrp="1"/>
          </p:cNvSpPr>
          <p:nvPr>
            <p:ph idx="1"/>
          </p:nvPr>
        </p:nvSpPr>
        <p:spPr/>
        <p:txBody>
          <a:bodyPr vert="horz" lIns="91440" tIns="45720" rIns="91440" bIns="45720" rtlCol="0" anchor="t">
            <a:normAutofit/>
          </a:bodyPr>
          <a:lstStyle/>
          <a:p>
            <a:r>
              <a:rPr lang="en-US" dirty="0"/>
              <a:t>Progress 1</a:t>
            </a:r>
          </a:p>
          <a:p>
            <a:r>
              <a:rPr lang="en-US" dirty="0"/>
              <a:t>Results 1 </a:t>
            </a:r>
          </a:p>
          <a:p>
            <a:r>
              <a:rPr lang="en-US" i="1" dirty="0"/>
              <a:t>Add as many progress/results as you want/need</a:t>
            </a:r>
          </a:p>
          <a:p>
            <a:r>
              <a:rPr lang="en-US" i="1" dirty="0"/>
              <a:t>Feel free to add pictures or graphs here too</a:t>
            </a:r>
          </a:p>
        </p:txBody>
      </p:sp>
    </p:spTree>
    <p:extLst>
      <p:ext uri="{BB962C8B-B14F-4D97-AF65-F5344CB8AC3E}">
        <p14:creationId xmlns:p14="http://schemas.microsoft.com/office/powerpoint/2010/main" val="258992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7"/>
          <p:cNvSpPr txBox="1">
            <a:spLocks noGrp="1"/>
          </p:cNvSpPr>
          <p:nvPr>
            <p:ph type="title"/>
          </p:nvPr>
        </p:nvSpPr>
        <p:spPr>
          <a:xfrm>
            <a:off x="628650" y="273844"/>
            <a:ext cx="7886700" cy="994172"/>
          </a:xfrm>
        </p:spPr>
        <p:txBody>
          <a:bodyPr spcFirstLastPara="1" wrap="square" lIns="91425" tIns="91425" rIns="91425" bIns="91425" anchor="t" anchorCtr="0">
            <a:noAutofit/>
          </a:bodyPr>
          <a:lstStyle/>
          <a:p>
            <a:r>
              <a:rPr lang="en-US" dirty="0"/>
              <a:t>Methodological Angle (Poster/Report):</a:t>
            </a:r>
          </a:p>
          <a:p>
            <a:r>
              <a:rPr lang="en-US" dirty="0">
                <a:solidFill>
                  <a:srgbClr val="C00000"/>
                </a:solidFill>
              </a:rPr>
              <a:t>Mistakes and what you have learned</a:t>
            </a:r>
            <a:endParaRPr lang="en-US" dirty="0"/>
          </a:p>
        </p:txBody>
      </p:sp>
      <p:sp>
        <p:nvSpPr>
          <p:cNvPr id="265" name="Google Shape;265;p37"/>
          <p:cNvSpPr txBox="1">
            <a:spLocks noGrp="1"/>
          </p:cNvSpPr>
          <p:nvPr>
            <p:ph idx="1"/>
          </p:nvPr>
        </p:nvSpPr>
        <p:spPr>
          <a:xfrm>
            <a:off x="628650" y="1369218"/>
            <a:ext cx="7886700" cy="3263504"/>
          </a:xfrm>
        </p:spPr>
        <p:txBody>
          <a:bodyPr spcFirstLastPara="1" wrap="square" lIns="91425" tIns="91425" rIns="91425" bIns="91425" anchor="t" anchorCtr="0">
            <a:noAutofit/>
          </a:bodyPr>
          <a:lstStyle/>
          <a:p>
            <a:r>
              <a:rPr lang="en-US" dirty="0"/>
              <a:t>Mistake 1</a:t>
            </a:r>
          </a:p>
          <a:p>
            <a:r>
              <a:rPr lang="en-US" dirty="0"/>
              <a:t>Lesson learned 1 </a:t>
            </a:r>
          </a:p>
          <a:p>
            <a:pPr lvl="0"/>
            <a:r>
              <a:rPr lang="en-US" i="1" dirty="0"/>
              <a:t>Add as many mistakes/lessons learned as you want/need</a:t>
            </a:r>
          </a:p>
          <a:p>
            <a:r>
              <a:rPr lang="en-US" i="1" dirty="0"/>
              <a:t>Feel free to add pictures or graphs here too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8"/>
          <p:cNvSpPr txBox="1">
            <a:spLocks noGrp="1"/>
          </p:cNvSpPr>
          <p:nvPr>
            <p:ph type="title"/>
          </p:nvPr>
        </p:nvSpPr>
        <p:spPr>
          <a:xfrm>
            <a:off x="628650" y="273844"/>
            <a:ext cx="7886700" cy="994172"/>
          </a:xfrm>
        </p:spPr>
        <p:txBody>
          <a:bodyPr spcFirstLastPara="1" wrap="square" lIns="91425" tIns="91425" rIns="91425" bIns="91425" anchor="t" anchorCtr="0">
            <a:noAutofit/>
          </a:bodyPr>
          <a:lstStyle/>
          <a:p>
            <a:r>
              <a:rPr lang="en-US" dirty="0"/>
              <a:t>Stakeholder Angle (Meetings): </a:t>
            </a:r>
            <a:br>
              <a:rPr lang="en-US" dirty="0"/>
            </a:br>
            <a:r>
              <a:rPr lang="en-US" dirty="0">
                <a:solidFill>
                  <a:schemeClr val="accent6">
                    <a:lumMod val="76000"/>
                  </a:schemeClr>
                </a:solidFill>
              </a:rPr>
              <a:t>Progress and Results</a:t>
            </a:r>
            <a:r>
              <a:rPr lang="en-US" dirty="0">
                <a:solidFill>
                  <a:schemeClr val="accent2">
                    <a:lumMod val="75000"/>
                  </a:schemeClr>
                </a:solidFill>
              </a:rPr>
              <a:t> </a:t>
            </a:r>
          </a:p>
        </p:txBody>
      </p:sp>
      <p:sp>
        <p:nvSpPr>
          <p:cNvPr id="271" name="Google Shape;271;p38"/>
          <p:cNvSpPr txBox="1">
            <a:spLocks noGrp="1"/>
          </p:cNvSpPr>
          <p:nvPr>
            <p:ph idx="1"/>
          </p:nvPr>
        </p:nvSpPr>
        <p:spPr>
          <a:xfrm>
            <a:off x="628650" y="1369218"/>
            <a:ext cx="7886700" cy="3263504"/>
          </a:xfrm>
        </p:spPr>
        <p:txBody>
          <a:bodyPr spcFirstLastPara="1" wrap="square" lIns="91425" tIns="91425" rIns="91425" bIns="91425" anchor="t" anchorCtr="0">
            <a:noAutofit/>
          </a:bodyPr>
          <a:lstStyle/>
          <a:p>
            <a:pPr lvl="0"/>
            <a:r>
              <a:rPr lang="en-US" dirty="0"/>
              <a:t>Progress 1</a:t>
            </a:r>
          </a:p>
          <a:p>
            <a:pPr lvl="0"/>
            <a:r>
              <a:rPr lang="en-US" dirty="0"/>
              <a:t>Results 1 </a:t>
            </a:r>
          </a:p>
          <a:p>
            <a:pPr lvl="0"/>
            <a:r>
              <a:rPr lang="en-US" i="1" dirty="0"/>
              <a:t>Add as many progress/results as you want/need</a:t>
            </a:r>
          </a:p>
          <a:p>
            <a:pPr lvl="0"/>
            <a:r>
              <a:rPr lang="en-US" i="1" dirty="0"/>
              <a:t>Feel free to add pictures or graphs here too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9"/>
          <p:cNvSpPr txBox="1">
            <a:spLocks noGrp="1"/>
          </p:cNvSpPr>
          <p:nvPr>
            <p:ph type="title"/>
          </p:nvPr>
        </p:nvSpPr>
        <p:spPr>
          <a:xfrm>
            <a:off x="628650" y="273844"/>
            <a:ext cx="7886700" cy="994172"/>
          </a:xfrm>
        </p:spPr>
        <p:txBody>
          <a:bodyPr spcFirstLastPara="1" wrap="square" lIns="91425" tIns="91425" rIns="91425" bIns="91425" anchor="t" anchorCtr="0">
            <a:noAutofit/>
          </a:bodyPr>
          <a:lstStyle/>
          <a:p>
            <a:r>
              <a:rPr lang="en-US" dirty="0"/>
              <a:t>Stakeholder Angle (Meetings): </a:t>
            </a:r>
          </a:p>
          <a:p>
            <a:pPr lvl="0"/>
            <a:r>
              <a:rPr lang="en-US" dirty="0">
                <a:solidFill>
                  <a:schemeClr val="accent6">
                    <a:lumMod val="76000"/>
                  </a:schemeClr>
                </a:solidFill>
              </a:rPr>
              <a:t>Mistakes and what you have learned</a:t>
            </a:r>
            <a:r>
              <a:rPr lang="en-US" dirty="0">
                <a:solidFill>
                  <a:schemeClr val="accent2">
                    <a:lumMod val="75000"/>
                  </a:schemeClr>
                </a:solidFill>
              </a:rPr>
              <a:t> </a:t>
            </a:r>
          </a:p>
        </p:txBody>
      </p:sp>
      <p:sp>
        <p:nvSpPr>
          <p:cNvPr id="277" name="Google Shape;277;p39"/>
          <p:cNvSpPr txBox="1">
            <a:spLocks noGrp="1"/>
          </p:cNvSpPr>
          <p:nvPr>
            <p:ph idx="1"/>
          </p:nvPr>
        </p:nvSpPr>
        <p:spPr>
          <a:xfrm>
            <a:off x="628650" y="1369218"/>
            <a:ext cx="7886700" cy="3263504"/>
          </a:xfrm>
        </p:spPr>
        <p:txBody>
          <a:bodyPr spcFirstLastPara="1" wrap="square" lIns="91425" tIns="91425" rIns="91425" bIns="91425" anchor="t" anchorCtr="0">
            <a:noAutofit/>
          </a:bodyPr>
          <a:lstStyle/>
          <a:p>
            <a:pPr lvl="0"/>
            <a:r>
              <a:rPr lang="en-US" dirty="0"/>
              <a:t>Mistake 1</a:t>
            </a:r>
          </a:p>
          <a:p>
            <a:pPr lvl="0"/>
            <a:r>
              <a:rPr lang="en-US" dirty="0"/>
              <a:t>Lesson learned 1 </a:t>
            </a:r>
          </a:p>
          <a:p>
            <a:pPr lvl="0"/>
            <a:r>
              <a:rPr lang="en-US" i="1" dirty="0"/>
              <a:t>Add as many mistakes/lessons learned as you want/need</a:t>
            </a:r>
          </a:p>
          <a:p>
            <a:pPr lvl="0"/>
            <a:r>
              <a:rPr lang="en-US" i="1" dirty="0"/>
              <a:t>Feel free to add pictures or graphs here too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0"/>
          <p:cNvSpPr txBox="1">
            <a:spLocks noGrp="1"/>
          </p:cNvSpPr>
          <p:nvPr>
            <p:ph type="title"/>
          </p:nvPr>
        </p:nvSpPr>
        <p:spPr>
          <a:xfrm>
            <a:off x="628650" y="273844"/>
            <a:ext cx="7886700" cy="994172"/>
          </a:xfrm>
        </p:spPr>
        <p:txBody>
          <a:bodyPr spcFirstLastPara="1" wrap="square" lIns="91425" tIns="91425" rIns="91425" bIns="91425" anchor="t" anchorCtr="0">
            <a:noAutofit/>
          </a:bodyPr>
          <a:lstStyle/>
          <a:p>
            <a:r>
              <a:rPr lang="en-US" dirty="0"/>
              <a:t>Societal-Legal-Ethical Angle (Essay):</a:t>
            </a:r>
            <a:br>
              <a:rPr lang="en-US" dirty="0"/>
            </a:br>
            <a:r>
              <a:rPr lang="en-US" dirty="0">
                <a:solidFill>
                  <a:schemeClr val="accent3"/>
                </a:solidFill>
              </a:rPr>
              <a:t>Progress and Results</a:t>
            </a:r>
            <a:r>
              <a:rPr lang="en-US" dirty="0">
                <a:solidFill>
                  <a:schemeClr val="accent2">
                    <a:lumMod val="75000"/>
                  </a:schemeClr>
                </a:solidFill>
              </a:rPr>
              <a:t> </a:t>
            </a:r>
          </a:p>
        </p:txBody>
      </p:sp>
      <p:sp>
        <p:nvSpPr>
          <p:cNvPr id="283" name="Google Shape;283;p40"/>
          <p:cNvSpPr txBox="1">
            <a:spLocks noGrp="1"/>
          </p:cNvSpPr>
          <p:nvPr>
            <p:ph idx="1"/>
          </p:nvPr>
        </p:nvSpPr>
        <p:spPr>
          <a:xfrm>
            <a:off x="628650" y="1369218"/>
            <a:ext cx="7886700" cy="3263504"/>
          </a:xfrm>
        </p:spPr>
        <p:txBody>
          <a:bodyPr spcFirstLastPara="1" wrap="square" lIns="91425" tIns="91425" rIns="91425" bIns="91425" anchor="t" anchorCtr="0">
            <a:noAutofit/>
          </a:bodyPr>
          <a:lstStyle/>
          <a:p>
            <a:pPr lvl="0"/>
            <a:r>
              <a:rPr lang="en-US" dirty="0"/>
              <a:t>Progress 1</a:t>
            </a:r>
          </a:p>
          <a:p>
            <a:pPr lvl="0"/>
            <a:r>
              <a:rPr lang="en-US" dirty="0"/>
              <a:t>Results 1 </a:t>
            </a:r>
          </a:p>
          <a:p>
            <a:pPr lvl="0"/>
            <a:r>
              <a:rPr lang="en-US" i="1" dirty="0"/>
              <a:t>Add as many progress/results as you want/need</a:t>
            </a:r>
          </a:p>
          <a:p>
            <a:pPr lvl="0"/>
            <a:r>
              <a:rPr lang="en-US" i="1" dirty="0"/>
              <a:t>Feel free to add pictures, graphs, or links here too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1"/>
          <p:cNvSpPr txBox="1">
            <a:spLocks noGrp="1"/>
          </p:cNvSpPr>
          <p:nvPr>
            <p:ph type="title"/>
          </p:nvPr>
        </p:nvSpPr>
        <p:spPr>
          <a:xfrm>
            <a:off x="628650" y="273844"/>
            <a:ext cx="7886700" cy="994172"/>
          </a:xfrm>
        </p:spPr>
        <p:txBody>
          <a:bodyPr spcFirstLastPara="1" wrap="square" lIns="91425" tIns="91425" rIns="91425" bIns="91425" anchor="t" anchorCtr="0">
            <a:noAutofit/>
          </a:bodyPr>
          <a:lstStyle/>
          <a:p>
            <a:r>
              <a:rPr lang="en-US" dirty="0"/>
              <a:t>Societal-Legal-Ethical Angle (Essay): </a:t>
            </a:r>
          </a:p>
          <a:p>
            <a:r>
              <a:rPr lang="en-US" dirty="0">
                <a:solidFill>
                  <a:schemeClr val="accent3"/>
                </a:solidFill>
              </a:rPr>
              <a:t>Mistakes and what you have learned</a:t>
            </a:r>
            <a:r>
              <a:rPr lang="en-US" dirty="0">
                <a:solidFill>
                  <a:schemeClr val="accent3">
                    <a:lumMod val="76000"/>
                  </a:schemeClr>
                </a:solidFill>
              </a:rPr>
              <a:t> </a:t>
            </a:r>
          </a:p>
        </p:txBody>
      </p:sp>
      <p:sp>
        <p:nvSpPr>
          <p:cNvPr id="289" name="Google Shape;289;p41"/>
          <p:cNvSpPr txBox="1">
            <a:spLocks noGrp="1"/>
          </p:cNvSpPr>
          <p:nvPr>
            <p:ph idx="1"/>
          </p:nvPr>
        </p:nvSpPr>
        <p:spPr>
          <a:xfrm>
            <a:off x="628650" y="1369218"/>
            <a:ext cx="7886700" cy="3263504"/>
          </a:xfrm>
        </p:spPr>
        <p:txBody>
          <a:bodyPr spcFirstLastPara="1" wrap="square" lIns="91425" tIns="91425" rIns="91425" bIns="91425" anchor="t" anchorCtr="0">
            <a:noAutofit/>
          </a:bodyPr>
          <a:lstStyle/>
          <a:p>
            <a:pPr lvl="0"/>
            <a:r>
              <a:rPr lang="en-US" dirty="0"/>
              <a:t>Mistake 1</a:t>
            </a:r>
          </a:p>
          <a:p>
            <a:pPr lvl="0"/>
            <a:r>
              <a:rPr lang="en-US" dirty="0"/>
              <a:t>Lesson learned 1 </a:t>
            </a:r>
          </a:p>
          <a:p>
            <a:pPr lvl="0"/>
            <a:r>
              <a:rPr lang="en-US" i="1" dirty="0"/>
              <a:t>Add as many mistakes/lessons learned as you want/need</a:t>
            </a:r>
          </a:p>
          <a:p>
            <a:pPr lvl="0"/>
            <a:r>
              <a:rPr lang="en-US" i="1" dirty="0"/>
              <a:t>Feel free to add pictures, graphs or links here too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01F5A-4CE1-1E8F-C6A1-A1E05589A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4BB17-E84F-DB4A-0E37-638719C31102}"/>
              </a:ext>
            </a:extLst>
          </p:cNvPr>
          <p:cNvSpPr>
            <a:spLocks noGrp="1"/>
          </p:cNvSpPr>
          <p:nvPr>
            <p:ph type="title"/>
          </p:nvPr>
        </p:nvSpPr>
        <p:spPr/>
        <p:txBody>
          <a:bodyPr/>
          <a:lstStyle/>
          <a:p>
            <a:r>
              <a:rPr lang="en-US" dirty="0"/>
              <a:t>Group </a:t>
            </a:r>
            <a:r>
              <a:rPr lang="en-US" dirty="0">
                <a:solidFill>
                  <a:schemeClr val="accent2">
                    <a:lumMod val="76000"/>
                  </a:schemeClr>
                </a:solidFill>
              </a:rPr>
              <a:t>Peer Feedba</a:t>
            </a:r>
            <a:r>
              <a:rPr lang="en-US" dirty="0">
                <a:solidFill>
                  <a:schemeClr val="accent2">
                    <a:lumMod val="76000"/>
                  </a:schemeClr>
                </a:solidFill>
                <a:latin typeface="Aptos Display"/>
              </a:rPr>
              <a:t>ck</a:t>
            </a:r>
            <a:endParaRPr lang="en-US" dirty="0">
              <a:solidFill>
                <a:schemeClr val="accent2">
                  <a:lumMod val="76000"/>
                </a:schemeClr>
              </a:solidFill>
            </a:endParaRPr>
          </a:p>
        </p:txBody>
      </p:sp>
      <p:sp>
        <p:nvSpPr>
          <p:cNvPr id="3" name="Content Placeholder 2">
            <a:extLst>
              <a:ext uri="{FF2B5EF4-FFF2-40B4-BE49-F238E27FC236}">
                <a16:creationId xmlns:a16="http://schemas.microsoft.com/office/drawing/2014/main" id="{73A60500-F33A-DC5B-43EE-BE7B0B40ECC1}"/>
              </a:ext>
            </a:extLst>
          </p:cNvPr>
          <p:cNvSpPr>
            <a:spLocks noGrp="1"/>
          </p:cNvSpPr>
          <p:nvPr>
            <p:ph idx="1"/>
          </p:nvPr>
        </p:nvSpPr>
        <p:spPr>
          <a:xfrm>
            <a:off x="628650" y="1369218"/>
            <a:ext cx="7886700" cy="865593"/>
          </a:xfrm>
        </p:spPr>
        <p:txBody>
          <a:bodyPr vert="horz" lIns="91440" tIns="45720" rIns="91440" bIns="45720" rtlCol="0" anchor="t">
            <a:normAutofit/>
          </a:bodyPr>
          <a:lstStyle/>
          <a:p>
            <a:pPr marL="0" indent="0">
              <a:buNone/>
            </a:pPr>
            <a:r>
              <a:rPr lang="en-US" sz="1400" dirty="0"/>
              <a:t>As a group, use the corresponding feedback from Feedback Fruits (in Canvas) to select one positive outcome, and one action or task to improve. An improvement can also touch on any aspect of the course that you want to approach more efficiently.</a:t>
            </a:r>
          </a:p>
          <a:p>
            <a:pPr marL="0" indent="0">
              <a:buNone/>
            </a:pPr>
            <a:endParaRPr lang="en-US" sz="1400" dirty="0"/>
          </a:p>
        </p:txBody>
      </p:sp>
      <p:sp>
        <p:nvSpPr>
          <p:cNvPr id="5" name="Google Shape;295;p42">
            <a:extLst>
              <a:ext uri="{FF2B5EF4-FFF2-40B4-BE49-F238E27FC236}">
                <a16:creationId xmlns:a16="http://schemas.microsoft.com/office/drawing/2014/main" id="{1686B79B-195D-2461-79ED-C14B0AAAA43E}"/>
              </a:ext>
            </a:extLst>
          </p:cNvPr>
          <p:cNvSpPr txBox="1">
            <a:spLocks/>
          </p:cNvSpPr>
          <p:nvPr/>
        </p:nvSpPr>
        <p:spPr>
          <a:xfrm>
            <a:off x="5038725" y="2913167"/>
            <a:ext cx="2486025" cy="357187"/>
          </a:xfrm>
          <a:prstGeom prst="rect">
            <a:avLst/>
          </a:prstGeom>
        </p:spPr>
        <p:txBody>
          <a:bodyPr spcFirstLastPara="1" vert="horz" wrap="square" lIns="91425" tIns="91425" rIns="91425" bIns="91425" rtlCol="0" anchor="ctr"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2400" b="1" dirty="0">
                <a:solidFill>
                  <a:schemeClr val="accent6">
                    <a:lumMod val="50000"/>
                  </a:schemeClr>
                </a:solidFill>
                <a:latin typeface="Aptos"/>
              </a:rPr>
              <a:t>Improvement </a:t>
            </a:r>
            <a:endParaRPr lang="en-US" sz="2400" dirty="0">
              <a:solidFill>
                <a:schemeClr val="accent6">
                  <a:lumMod val="50000"/>
                </a:schemeClr>
              </a:solidFill>
              <a:latin typeface="Aptos"/>
            </a:endParaRPr>
          </a:p>
        </p:txBody>
      </p:sp>
      <p:sp>
        <p:nvSpPr>
          <p:cNvPr id="7" name="Google Shape;296;p42">
            <a:extLst>
              <a:ext uri="{FF2B5EF4-FFF2-40B4-BE49-F238E27FC236}">
                <a16:creationId xmlns:a16="http://schemas.microsoft.com/office/drawing/2014/main" id="{3D4E69E7-93D6-5CB6-72D4-B60B45BBC62C}"/>
              </a:ext>
            </a:extLst>
          </p:cNvPr>
          <p:cNvSpPr txBox="1">
            <a:spLocks/>
          </p:cNvSpPr>
          <p:nvPr/>
        </p:nvSpPr>
        <p:spPr>
          <a:xfrm>
            <a:off x="4697593" y="3224316"/>
            <a:ext cx="3052989" cy="903287"/>
          </a:xfrm>
          <a:prstGeom prst="rect">
            <a:avLst/>
          </a:prstGeom>
        </p:spPr>
        <p:txBody>
          <a:bodyPr spcFirstLastPara="1" wrap="square" lIns="91425" tIns="91425" rIns="91425" bIns="91425"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1400" dirty="0">
                <a:ea typeface="+mn-lt"/>
                <a:cs typeface="+mn-lt"/>
              </a:rPr>
              <a:t>Add one, or a summary of different approaches that you will implement to i.e., meetings/teacher feedback/stakeholder discussions…</a:t>
            </a:r>
            <a:endParaRPr lang="en-US" dirty="0"/>
          </a:p>
        </p:txBody>
      </p:sp>
      <p:sp>
        <p:nvSpPr>
          <p:cNvPr id="9" name="Google Shape;297;p42">
            <a:extLst>
              <a:ext uri="{FF2B5EF4-FFF2-40B4-BE49-F238E27FC236}">
                <a16:creationId xmlns:a16="http://schemas.microsoft.com/office/drawing/2014/main" id="{4809994E-2E63-5A6E-C243-27014BA40D57}"/>
              </a:ext>
            </a:extLst>
          </p:cNvPr>
          <p:cNvSpPr txBox="1">
            <a:spLocks/>
          </p:cNvSpPr>
          <p:nvPr/>
        </p:nvSpPr>
        <p:spPr>
          <a:xfrm>
            <a:off x="1693863" y="2913167"/>
            <a:ext cx="2486025" cy="357187"/>
          </a:xfrm>
          <a:prstGeom prst="rect">
            <a:avLst/>
          </a:prstGeom>
        </p:spPr>
        <p:txBody>
          <a:bodyPr spcFirstLastPara="1" wrap="square" lIns="91425" tIns="91425" rIns="91425" bIns="91425" anchor="ctr"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2400" b="1" dirty="0">
                <a:solidFill>
                  <a:schemeClr val="accent1"/>
                </a:solidFill>
                <a:latin typeface="Aptos"/>
              </a:rPr>
              <a:t>Positive</a:t>
            </a:r>
            <a:endParaRPr lang="en-US" sz="2400" dirty="0">
              <a:solidFill>
                <a:schemeClr val="accent1"/>
              </a:solidFill>
              <a:latin typeface="Aptos"/>
            </a:endParaRPr>
          </a:p>
        </p:txBody>
      </p:sp>
      <p:sp>
        <p:nvSpPr>
          <p:cNvPr id="11" name="Google Shape;298;p42">
            <a:extLst>
              <a:ext uri="{FF2B5EF4-FFF2-40B4-BE49-F238E27FC236}">
                <a16:creationId xmlns:a16="http://schemas.microsoft.com/office/drawing/2014/main" id="{B21B9015-7258-4D1A-B48D-96FB67AD004E}"/>
              </a:ext>
            </a:extLst>
          </p:cNvPr>
          <p:cNvSpPr txBox="1">
            <a:spLocks/>
          </p:cNvSpPr>
          <p:nvPr/>
        </p:nvSpPr>
        <p:spPr>
          <a:xfrm>
            <a:off x="1693863" y="3224317"/>
            <a:ext cx="2486025" cy="903287"/>
          </a:xfrm>
          <a:prstGeom prst="rect">
            <a:avLst/>
          </a:prstGeom>
        </p:spPr>
        <p:txBody>
          <a:bodyPr spcFirstLastPara="1" wrap="square" lIns="91425" tIns="91425" rIns="91425" bIns="91425"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sz="1400" dirty="0">
                <a:latin typeface="Aptos"/>
              </a:rPr>
              <a:t>Add one group positive feedback here</a:t>
            </a:r>
            <a:endParaRPr lang="en-US" dirty="0"/>
          </a:p>
        </p:txBody>
      </p:sp>
      <p:grpSp>
        <p:nvGrpSpPr>
          <p:cNvPr id="15" name="Google Shape;299;p42">
            <a:extLst>
              <a:ext uri="{FF2B5EF4-FFF2-40B4-BE49-F238E27FC236}">
                <a16:creationId xmlns:a16="http://schemas.microsoft.com/office/drawing/2014/main" id="{92830BA8-D506-FBF0-A684-56C154DD2AB5}"/>
              </a:ext>
            </a:extLst>
          </p:cNvPr>
          <p:cNvGrpSpPr/>
          <p:nvPr/>
        </p:nvGrpSpPr>
        <p:grpSpPr>
          <a:xfrm>
            <a:off x="2766608" y="2368693"/>
            <a:ext cx="339253" cy="339253"/>
            <a:chOff x="1492675" y="4992125"/>
            <a:chExt cx="481825" cy="481825"/>
          </a:xfrm>
        </p:grpSpPr>
        <p:sp>
          <p:nvSpPr>
            <p:cNvPr id="13" name="Google Shape;300;p42">
              <a:extLst>
                <a:ext uri="{FF2B5EF4-FFF2-40B4-BE49-F238E27FC236}">
                  <a16:creationId xmlns:a16="http://schemas.microsoft.com/office/drawing/2014/main" id="{E0032135-7663-8335-7941-CA0DE3993A68}"/>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B6D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FF00"/>
                </a:solidFill>
              </a:endParaRPr>
            </a:p>
          </p:txBody>
        </p:sp>
        <p:sp>
          <p:nvSpPr>
            <p:cNvPr id="14" name="Google Shape;301;p42">
              <a:extLst>
                <a:ext uri="{FF2B5EF4-FFF2-40B4-BE49-F238E27FC236}">
                  <a16:creationId xmlns:a16="http://schemas.microsoft.com/office/drawing/2014/main" id="{4C2646C8-568A-F7BE-A004-4304C7F4709B}"/>
                </a:ext>
              </a:extLst>
            </p:cNvPr>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B6D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FF00"/>
                </a:solidFill>
                <a:highlight>
                  <a:srgbClr val="00FF00"/>
                </a:highlight>
              </a:endParaRPr>
            </a:p>
          </p:txBody>
        </p:sp>
      </p:grpSp>
      <p:grpSp>
        <p:nvGrpSpPr>
          <p:cNvPr id="19" name="Google Shape;302;p42">
            <a:extLst>
              <a:ext uri="{FF2B5EF4-FFF2-40B4-BE49-F238E27FC236}">
                <a16:creationId xmlns:a16="http://schemas.microsoft.com/office/drawing/2014/main" id="{CD840F8B-57AA-A927-DA79-A865610CD478}"/>
              </a:ext>
            </a:extLst>
          </p:cNvPr>
          <p:cNvGrpSpPr/>
          <p:nvPr/>
        </p:nvGrpSpPr>
        <p:grpSpPr>
          <a:xfrm>
            <a:off x="6112396" y="2368693"/>
            <a:ext cx="339252" cy="339253"/>
            <a:chOff x="2085525" y="4992125"/>
            <a:chExt cx="481825" cy="481825"/>
          </a:xfrm>
        </p:grpSpPr>
        <p:sp>
          <p:nvSpPr>
            <p:cNvPr id="17" name="Google Shape;303;p42">
              <a:extLst>
                <a:ext uri="{FF2B5EF4-FFF2-40B4-BE49-F238E27FC236}">
                  <a16:creationId xmlns:a16="http://schemas.microsoft.com/office/drawing/2014/main" id="{2C0B82E2-69CA-6A34-175A-4F256A98B097}"/>
                </a:ext>
              </a:extLst>
            </p:cNvPr>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8" name="Google Shape;304;p42">
              <a:extLst>
                <a:ext uri="{FF2B5EF4-FFF2-40B4-BE49-F238E27FC236}">
                  <a16:creationId xmlns:a16="http://schemas.microsoft.com/office/drawing/2014/main" id="{CC660D0D-AF10-04D4-326A-268B8298A270}"/>
                </a:ext>
              </a:extLst>
            </p:cNvPr>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extLst>
      <p:ext uri="{BB962C8B-B14F-4D97-AF65-F5344CB8AC3E}">
        <p14:creationId xmlns:p14="http://schemas.microsoft.com/office/powerpoint/2010/main" val="110435291"/>
      </p:ext>
    </p:extLst>
  </p:cSld>
  <p:clrMapOvr>
    <a:masterClrMapping/>
  </p:clrMapOvr>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D01F0A757A6E4B8E266DFF115DEFC8" ma:contentTypeVersion="3" ma:contentTypeDescription="Create a new document." ma:contentTypeScope="" ma:versionID="086d442b31e9f859da6600fb332441ea">
  <xsd:schema xmlns:xsd="http://www.w3.org/2001/XMLSchema" xmlns:xs="http://www.w3.org/2001/XMLSchema" xmlns:p="http://schemas.microsoft.com/office/2006/metadata/properties" xmlns:ns2="51a4d26d-dc56-48ad-8eaf-447f1931d2d7" targetNamespace="http://schemas.microsoft.com/office/2006/metadata/properties" ma:root="true" ma:fieldsID="7109467aa0cde0f0c3b9f63556f0ea82" ns2:_="">
    <xsd:import namespace="51a4d26d-dc56-48ad-8eaf-447f1931d2d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a4d26d-dc56-48ad-8eaf-447f1931d2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477F5EF-D882-409B-8A30-0781F18DA8EE}">
  <ds:schemaRefs>
    <ds:schemaRef ds:uri="51a4d26d-dc56-48ad-8eaf-447f1931d2d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7F15014-63E8-414E-8B5D-F2ABD9265F95}">
  <ds:schemaRefs>
    <ds:schemaRef ds:uri="http://schemas.microsoft.com/sharepoint/v3/contenttype/forms"/>
  </ds:schemaRefs>
</ds:datastoreItem>
</file>

<file path=customXml/itemProps3.xml><?xml version="1.0" encoding="utf-8"?>
<ds:datastoreItem xmlns:ds="http://schemas.openxmlformats.org/officeDocument/2006/customXml" ds:itemID="{F6379A6F-C83C-4D44-A21F-9B5E72F1A14C}">
  <ds:schemaRefs>
    <ds:schemaRef ds:uri="http://purl.org/dc/elements/1.1/"/>
    <ds:schemaRef ds:uri="http://purl.org/dc/terms/"/>
    <ds:schemaRef ds:uri="http://schemas.microsoft.com/office/2006/documentManagement/types"/>
    <ds:schemaRef ds:uri="http://schemas.microsoft.com/office/2006/metadata/properties"/>
    <ds:schemaRef ds:uri="51a4d26d-dc56-48ad-8eaf-447f1931d2d7"/>
    <ds:schemaRef ds:uri="http://www.w3.org/XML/1998/namespace"/>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9</TotalTime>
  <Words>427</Words>
  <Application>Microsoft Office PowerPoint</Application>
  <PresentationFormat>On-screen Show (16:9)</PresentationFormat>
  <Paragraphs>53</Paragraphs>
  <Slides>10</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Lato</vt:lpstr>
      <vt:lpstr>Arial</vt:lpstr>
      <vt:lpstr>Vidaloka</vt:lpstr>
      <vt:lpstr>Aptos Display</vt:lpstr>
      <vt:lpstr>Aptos</vt:lpstr>
      <vt:lpstr>Office Theme</vt:lpstr>
      <vt:lpstr>PowerPoint Presentation</vt:lpstr>
      <vt:lpstr>Objectives of Current Sprint</vt:lpstr>
      <vt:lpstr>Sprint Summary (from sprint 2 onward)</vt:lpstr>
      <vt:lpstr>Methodological Angle (Poster/Report): Progress and Results</vt:lpstr>
      <vt:lpstr>Methodological Angle (Poster/Report): Mistakes and what you have learned</vt:lpstr>
      <vt:lpstr>Stakeholder Angle (Meetings):  Progress and Results </vt:lpstr>
      <vt:lpstr>Stakeholder Angle (Meetings):  Mistakes and what you have learned </vt:lpstr>
      <vt:lpstr>Societal-Legal-Ethical Angle (Essay): Progress and Results </vt:lpstr>
      <vt:lpstr>Societal-Legal-Ethical Angle (Essay):  Mistakes and what you have learned </vt:lpstr>
      <vt:lpstr>Group Peer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Sprint review presentation</dc:title>
  <cp:lastModifiedBy>Volpe-Prignano Garcia, Marc</cp:lastModifiedBy>
  <cp:revision>3</cp:revision>
  <dcterms:modified xsi:type="dcterms:W3CDTF">2026-09-27T19:38:17Z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0x01010070D01F0A757A6E4B8E266DFF115DEFC8</vt:lpwstr>
  </property>
  <property fmtid="{D5CDD505-2E9C-101B-9397-08002B2CF9AE}" pid="3" name="MediaServiceImageTags">
    <vt:lpwstr/>
  </property>
</Properties>
</file>